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Override PartName="/ppt/media/image3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2.png"/><Relationship Id="rId11" Type="http://schemas.openxmlformats.org/officeDocument/2006/relationships/image" Target="../media/image3.sv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4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1.jpeg"/><Relationship Id="rId11" Type="http://schemas.openxmlformats.org/officeDocument/2006/relationships/image" Target="../media/image1.jpeg"/><Relationship Id="rId12" Type="http://schemas.openxmlformats.org/officeDocument/2006/relationships/image" Target="../media/image1.jpeg"/><Relationship Id="rId13" Type="http://schemas.openxmlformats.org/officeDocument/2006/relationships/image" Target="../media/image1.jpeg"/><Relationship Id="rId14" Type="http://schemas.openxmlformats.org/officeDocument/2006/relationships/image" Target="../media/image1.jpeg"/><Relationship Id="rId15" Type="http://schemas.openxmlformats.org/officeDocument/2006/relationships/image" Target="../media/image1.jpeg"/><Relationship Id="rId16" Type="http://schemas.openxmlformats.org/officeDocument/2006/relationships/image" Target="../media/image1.jpe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1.jpeg"/><Relationship Id="rId11" Type="http://schemas.openxmlformats.org/officeDocument/2006/relationships/image" Target="../media/image1.jpeg"/><Relationship Id="rId12" Type="http://schemas.openxmlformats.org/officeDocument/2006/relationships/image" Target="../media/image1.jpeg"/><Relationship Id="rId13" Type="http://schemas.openxmlformats.org/officeDocument/2006/relationships/image" Target="../media/image1.jpeg"/><Relationship Id="rId14" Type="http://schemas.openxmlformats.org/officeDocument/2006/relationships/image" Target="../media/image1.jpeg"/><Relationship Id="rId15" Type="http://schemas.openxmlformats.org/officeDocument/2006/relationships/image" Target="../media/image1.jpeg"/><Relationship Id="rId16" Type="http://schemas.openxmlformats.org/officeDocument/2006/relationships/image" Target="../media/image1.jpe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Grey-Eleg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9964C0-D9C2-4363-8529-7BCA5D4D02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Grey-Eleg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D8C4C8-86C9-45EA-A696-3E5214FB395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"/>
          <p:cNvGrpSpPr/>
          <p:nvPr/>
        </p:nvGrpSpPr>
        <p:grpSpPr>
          <a:xfrm>
            <a:off x="8540280" y="5065920"/>
            <a:ext cx="1280160" cy="548640"/>
            <a:chOff x="8540280" y="5065920"/>
            <a:chExt cx="1280160" cy="548640"/>
          </a:xfrm>
        </p:grpSpPr>
        <p:sp>
          <p:nvSpPr>
            <p:cNvPr id="33" name=""/>
            <p:cNvSpPr/>
            <p:nvPr/>
          </p:nvSpPr>
          <p:spPr>
            <a:xfrm flipV="1" rot="21598800">
              <a:off x="9637560" y="5431680"/>
              <a:ext cx="182880" cy="182880"/>
            </a:xfrm>
            <a:prstGeom prst="ellipse">
              <a:avLst/>
            </a:prstGeom>
            <a:blipFill rotWithShape="0">
              <a:blip r:embed="rId2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4" name=""/>
            <p:cNvSpPr/>
            <p:nvPr/>
          </p:nvSpPr>
          <p:spPr>
            <a:xfrm flipV="1" rot="21598800">
              <a:off x="9271800" y="5431680"/>
              <a:ext cx="182880" cy="182880"/>
            </a:xfrm>
            <a:prstGeom prst="ellipse">
              <a:avLst/>
            </a:prstGeom>
            <a:blipFill rotWithShape="0">
              <a:blip r:embed="rId3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5" name=""/>
            <p:cNvSpPr/>
            <p:nvPr/>
          </p:nvSpPr>
          <p:spPr>
            <a:xfrm flipV="1" rot="21598800">
              <a:off x="8906400" y="5431680"/>
              <a:ext cx="182880" cy="182880"/>
            </a:xfrm>
            <a:prstGeom prst="ellipse">
              <a:avLst/>
            </a:prstGeom>
            <a:blipFill rotWithShape="0">
              <a:blip r:embed="rId4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6" name=""/>
            <p:cNvSpPr/>
            <p:nvPr/>
          </p:nvSpPr>
          <p:spPr>
            <a:xfrm flipV="1" rot="21598800">
              <a:off x="8540280" y="5431680"/>
              <a:ext cx="182880" cy="182880"/>
            </a:xfrm>
            <a:prstGeom prst="ellipse">
              <a:avLst/>
            </a:prstGeom>
            <a:blipFill rotWithShape="0">
              <a:blip r:embed="rId5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7" name=""/>
            <p:cNvSpPr/>
            <p:nvPr/>
          </p:nvSpPr>
          <p:spPr>
            <a:xfrm flipV="1" rot="21598800">
              <a:off x="8540280" y="5065920"/>
              <a:ext cx="182880" cy="182880"/>
            </a:xfrm>
            <a:prstGeom prst="ellipse">
              <a:avLst/>
            </a:prstGeom>
            <a:blipFill rotWithShape="0">
              <a:blip r:embed="rId6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" name=""/>
            <p:cNvSpPr/>
            <p:nvPr/>
          </p:nvSpPr>
          <p:spPr>
            <a:xfrm flipV="1" rot="21598800">
              <a:off x="8906400" y="5065920"/>
              <a:ext cx="182880" cy="182880"/>
            </a:xfrm>
            <a:prstGeom prst="ellipse">
              <a:avLst/>
            </a:prstGeom>
            <a:blipFill rotWithShape="0">
              <a:blip r:embed="rId7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9" name=""/>
            <p:cNvSpPr/>
            <p:nvPr/>
          </p:nvSpPr>
          <p:spPr>
            <a:xfrm flipV="1" rot="21598800">
              <a:off x="9271800" y="5066280"/>
              <a:ext cx="182880" cy="182880"/>
            </a:xfrm>
            <a:prstGeom prst="ellipse">
              <a:avLst/>
            </a:prstGeom>
            <a:blipFill rotWithShape="0">
              <a:blip r:embed="rId8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0" name=""/>
            <p:cNvSpPr/>
            <p:nvPr/>
          </p:nvSpPr>
          <p:spPr>
            <a:xfrm flipV="1" rot="21598800">
              <a:off x="9637560" y="5065920"/>
              <a:ext cx="182880" cy="182880"/>
            </a:xfrm>
            <a:prstGeom prst="ellipse">
              <a:avLst/>
            </a:prstGeom>
            <a:blipFill rotWithShape="0">
              <a:blip r:embed="rId9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41" name=""/>
          <p:cNvSpPr/>
          <p:nvPr/>
        </p:nvSpPr>
        <p:spPr>
          <a:xfrm>
            <a:off x="1499760" y="1774080"/>
            <a:ext cx="2926080" cy="292608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2" name=""/>
          <p:cNvSpPr/>
          <p:nvPr/>
        </p:nvSpPr>
        <p:spPr>
          <a:xfrm>
            <a:off x="1225080" y="1134360"/>
            <a:ext cx="1189080" cy="118836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3" name=""/>
          <p:cNvSpPr/>
          <p:nvPr/>
        </p:nvSpPr>
        <p:spPr>
          <a:xfrm>
            <a:off x="3420000" y="4242960"/>
            <a:ext cx="640080" cy="64008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pic>
        <p:nvPicPr>
          <p:cNvPr id="44" name="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4349520" y="792360"/>
            <a:ext cx="5526000" cy="414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61632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4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5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6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66DE3985-C545-4570-802F-AE4B3634903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"/>
          <p:cNvGrpSpPr/>
          <p:nvPr/>
        </p:nvGrpSpPr>
        <p:grpSpPr>
          <a:xfrm>
            <a:off x="7406640" y="3566160"/>
            <a:ext cx="2377440" cy="4297680"/>
            <a:chOff x="7406640" y="3566160"/>
            <a:chExt cx="2377440" cy="4297680"/>
          </a:xfrm>
        </p:grpSpPr>
        <p:sp>
          <p:nvSpPr>
            <p:cNvPr id="51" name=""/>
            <p:cNvSpPr/>
            <p:nvPr/>
          </p:nvSpPr>
          <p:spPr>
            <a:xfrm>
              <a:off x="8138160" y="4754880"/>
              <a:ext cx="457200" cy="2560320"/>
            </a:xfrm>
            <a:prstGeom prst="rect">
              <a:avLst/>
            </a:prstGeom>
            <a:blipFill rotWithShape="0">
              <a:blip r:embed="rId2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8961120" y="3566160"/>
              <a:ext cx="457200" cy="2560320"/>
            </a:xfrm>
            <a:prstGeom prst="rect">
              <a:avLst/>
            </a:prstGeom>
            <a:blipFill rotWithShape="0">
              <a:blip r:embed="rId3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7406640" y="5303520"/>
              <a:ext cx="457200" cy="2560320"/>
            </a:xfrm>
            <a:prstGeom prst="rect">
              <a:avLst/>
            </a:prstGeom>
            <a:blipFill rotWithShape="0">
              <a:blip r:embed="rId4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8503920" y="5120640"/>
              <a:ext cx="128016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5" name=""/>
            <p:cNvSpPr/>
            <p:nvPr/>
          </p:nvSpPr>
          <p:spPr>
            <a:xfrm>
              <a:off x="8321040" y="530352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8869680" y="548640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57" name=""/>
          <p:cNvGrpSpPr/>
          <p:nvPr/>
        </p:nvGrpSpPr>
        <p:grpSpPr>
          <a:xfrm>
            <a:off x="274320" y="-2103120"/>
            <a:ext cx="5943600" cy="7406640"/>
            <a:chOff x="274320" y="-2103120"/>
            <a:chExt cx="5943600" cy="7406640"/>
          </a:xfrm>
        </p:grpSpPr>
        <p:sp>
          <p:nvSpPr>
            <p:cNvPr id="58" name=""/>
            <p:cNvSpPr/>
            <p:nvPr/>
          </p:nvSpPr>
          <p:spPr>
            <a:xfrm>
              <a:off x="1463040" y="-1554480"/>
              <a:ext cx="457200" cy="2560320"/>
            </a:xfrm>
            <a:prstGeom prst="rect">
              <a:avLst/>
            </a:prstGeom>
            <a:blipFill rotWithShape="0">
              <a:blip r:embed="rId5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640080" y="-365760"/>
              <a:ext cx="457200" cy="2560320"/>
            </a:xfrm>
            <a:prstGeom prst="rect">
              <a:avLst/>
            </a:prstGeom>
            <a:blipFill rotWithShape="0">
              <a:blip r:embed="rId6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2194560" y="-2103120"/>
              <a:ext cx="457200" cy="2560320"/>
            </a:xfrm>
            <a:prstGeom prst="rect">
              <a:avLst/>
            </a:prstGeom>
            <a:blipFill rotWithShape="0">
              <a:blip r:embed="rId7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274320" y="18288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822960" y="36576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274320" y="548640"/>
              <a:ext cx="128016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4" name=""/>
            <p:cNvSpPr/>
            <p:nvPr/>
          </p:nvSpPr>
          <p:spPr>
            <a:xfrm>
              <a:off x="3474720" y="2560320"/>
              <a:ext cx="2743200" cy="2743200"/>
            </a:xfrm>
            <a:prstGeom prst="ellipse">
              <a:avLst/>
            </a:prstGeom>
            <a:solidFill>
              <a:srgbClr val="8D99AE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5" name=""/>
            <p:cNvSpPr/>
            <p:nvPr/>
          </p:nvSpPr>
          <p:spPr>
            <a:xfrm>
              <a:off x="914400" y="2835000"/>
              <a:ext cx="91440" cy="164592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260000" y="468000"/>
            <a:ext cx="828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9999"/>
          </a:bodyPr>
          <a:lstStyle>
            <a:lvl1pPr indent="0" algn="ctr">
              <a:buNone/>
              <a:def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wavyHeavy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1260000" y="1800000"/>
            <a:ext cx="8280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dt" idx="7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ftr" idx="8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sldNum" idx="9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EC39ACD0-A193-4398-A174-575D9046D97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/>
          <p:nvPr/>
        </p:nvSpPr>
        <p:spPr>
          <a:xfrm>
            <a:off x="822960" y="246888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2" name=""/>
          <p:cNvSpPr/>
          <p:nvPr/>
        </p:nvSpPr>
        <p:spPr>
          <a:xfrm>
            <a:off x="4480560" y="155448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3" name=""/>
          <p:cNvSpPr/>
          <p:nvPr/>
        </p:nvSpPr>
        <p:spPr>
          <a:xfrm>
            <a:off x="6583680" y="310896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4" name=""/>
          <p:cNvSpPr/>
          <p:nvPr/>
        </p:nvSpPr>
        <p:spPr>
          <a:xfrm>
            <a:off x="1554480" y="4114800"/>
            <a:ext cx="914400" cy="657360"/>
          </a:xfrm>
          <a:custGeom>
            <a:avLst/>
            <a:gdLst/>
            <a:ahLst/>
            <a:rect l="0" t="0" r="r" b="b"/>
            <a:pathLst>
              <a:path fill="none" w="2540" h="1826">
                <a:moveTo>
                  <a:pt x="0" y="0"/>
                </a:moveTo>
                <a:cubicBezTo>
                  <a:pt x="508" y="2286"/>
                  <a:pt x="2540" y="1778"/>
                  <a:pt x="2540" y="1778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tIns="63360" rIns="108360" bIns="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5" name=""/>
          <p:cNvSpPr/>
          <p:nvPr/>
        </p:nvSpPr>
        <p:spPr>
          <a:xfrm>
            <a:off x="3657600" y="1188720"/>
            <a:ext cx="822960" cy="640080"/>
          </a:xfrm>
          <a:custGeom>
            <a:avLst/>
            <a:gdLst/>
            <a:ahLst/>
            <a:rect l="0" t="0" r="r" b="b"/>
            <a:pathLst>
              <a:path fill="none" w="2286" h="1778">
                <a:moveTo>
                  <a:pt x="2286" y="1778"/>
                </a:moveTo>
                <a:cubicBezTo>
                  <a:pt x="1016" y="1778"/>
                  <a:pt x="2033" y="0"/>
                  <a:pt x="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tIns="63360" rIns="108360" bIns="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6" name=""/>
          <p:cNvSpPr/>
          <p:nvPr/>
        </p:nvSpPr>
        <p:spPr>
          <a:xfrm>
            <a:off x="7955280" y="2011680"/>
            <a:ext cx="1464120" cy="1188720"/>
          </a:xfrm>
          <a:custGeom>
            <a:avLst/>
            <a:gdLst/>
            <a:ahLst/>
            <a:rect l="0" t="0" r="r" b="b"/>
            <a:pathLst>
              <a:path fill="none" w="4067" h="3302">
                <a:moveTo>
                  <a:pt x="3302" y="0"/>
                </a:moveTo>
                <a:cubicBezTo>
                  <a:pt x="4826" y="1016"/>
                  <a:pt x="3810" y="2286"/>
                  <a:pt x="2540" y="2286"/>
                </a:cubicBezTo>
                <a:cubicBezTo>
                  <a:pt x="1269" y="2286"/>
                  <a:pt x="253" y="2540"/>
                  <a:pt x="0" y="3302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tIns="63360" rIns="108360" bIns="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7" name=""/>
          <p:cNvSpPr/>
          <p:nvPr/>
        </p:nvSpPr>
        <p:spPr>
          <a:xfrm>
            <a:off x="2468880" y="822960"/>
            <a:ext cx="1410480" cy="13716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78" name=""/>
          <p:cNvSpPr/>
          <p:nvPr/>
        </p:nvSpPr>
        <p:spPr>
          <a:xfrm>
            <a:off x="3931920" y="466344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79" name=""/>
          <p:cNvSpPr/>
          <p:nvPr/>
        </p:nvSpPr>
        <p:spPr>
          <a:xfrm>
            <a:off x="8412480" y="1280160"/>
            <a:ext cx="1097280" cy="10058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dt" idx="10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ftr" idx="11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sldNum" idx="12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C75A262D-6A83-430A-8FD3-06098096030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Bulle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/>
          <p:nvPr/>
        </p:nvSpPr>
        <p:spPr>
          <a:xfrm>
            <a:off x="822960" y="246888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2" name=""/>
          <p:cNvSpPr/>
          <p:nvPr/>
        </p:nvSpPr>
        <p:spPr>
          <a:xfrm>
            <a:off x="4480560" y="155448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3" name=""/>
          <p:cNvSpPr/>
          <p:nvPr/>
        </p:nvSpPr>
        <p:spPr>
          <a:xfrm>
            <a:off x="6583680" y="310896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5" name=""/>
          <p:cNvSpPr/>
          <p:nvPr/>
        </p:nvSpPr>
        <p:spPr>
          <a:xfrm>
            <a:off x="1554480" y="4114800"/>
            <a:ext cx="914400" cy="657360"/>
          </a:xfrm>
          <a:custGeom>
            <a:avLst/>
            <a:gdLst/>
            <a:ahLst/>
            <a:rect l="0" t="0" r="r" b="b"/>
            <a:pathLst>
              <a:path fill="none" w="2540" h="1826">
                <a:moveTo>
                  <a:pt x="0" y="0"/>
                </a:moveTo>
                <a:cubicBezTo>
                  <a:pt x="508" y="2286"/>
                  <a:pt x="2540" y="1778"/>
                  <a:pt x="2540" y="1778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tIns="63360" rIns="108360" bIns="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6" name=""/>
          <p:cNvSpPr/>
          <p:nvPr/>
        </p:nvSpPr>
        <p:spPr>
          <a:xfrm>
            <a:off x="3657600" y="1188720"/>
            <a:ext cx="822960" cy="640080"/>
          </a:xfrm>
          <a:custGeom>
            <a:avLst/>
            <a:gdLst/>
            <a:ahLst/>
            <a:rect l="0" t="0" r="r" b="b"/>
            <a:pathLst>
              <a:path fill="none" w="2286" h="1778">
                <a:moveTo>
                  <a:pt x="2286" y="1778"/>
                </a:moveTo>
                <a:cubicBezTo>
                  <a:pt x="1016" y="1778"/>
                  <a:pt x="2033" y="0"/>
                  <a:pt x="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tIns="63360" rIns="108360" bIns="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7" name=""/>
          <p:cNvSpPr/>
          <p:nvPr/>
        </p:nvSpPr>
        <p:spPr>
          <a:xfrm>
            <a:off x="7955280" y="2011680"/>
            <a:ext cx="1464120" cy="1188720"/>
          </a:xfrm>
          <a:custGeom>
            <a:avLst/>
            <a:gdLst/>
            <a:ahLst/>
            <a:rect l="0" t="0" r="r" b="b"/>
            <a:pathLst>
              <a:path fill="none" w="4067" h="3302">
                <a:moveTo>
                  <a:pt x="3302" y="0"/>
                </a:moveTo>
                <a:cubicBezTo>
                  <a:pt x="4826" y="1016"/>
                  <a:pt x="3810" y="2286"/>
                  <a:pt x="2540" y="2286"/>
                </a:cubicBezTo>
                <a:cubicBezTo>
                  <a:pt x="1269" y="2286"/>
                  <a:pt x="253" y="2540"/>
                  <a:pt x="0" y="3302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tIns="63360" rIns="108360" bIns="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7" name=""/>
          <p:cNvSpPr/>
          <p:nvPr/>
        </p:nvSpPr>
        <p:spPr>
          <a:xfrm>
            <a:off x="2468880" y="822960"/>
            <a:ext cx="1410480" cy="13716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78" name=""/>
          <p:cNvSpPr/>
          <p:nvPr/>
        </p:nvSpPr>
        <p:spPr>
          <a:xfrm>
            <a:off x="3931920" y="466344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79" name=""/>
          <p:cNvSpPr/>
          <p:nvPr/>
        </p:nvSpPr>
        <p:spPr>
          <a:xfrm>
            <a:off x="8412480" y="1280160"/>
            <a:ext cx="1097280" cy="10058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dt" idx="13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ftr" idx="14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sldNum" idx="15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F3BF6916-3CF7-40D6-9A0C-327F9B3AF8C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/>
          <p:nvPr/>
        </p:nvSpPr>
        <p:spPr>
          <a:xfrm>
            <a:off x="2103480" y="3658320"/>
            <a:ext cx="164592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4" name=""/>
          <p:cNvSpPr/>
          <p:nvPr/>
        </p:nvSpPr>
        <p:spPr>
          <a:xfrm>
            <a:off x="823320" y="-27324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5" name=""/>
          <p:cNvSpPr/>
          <p:nvPr/>
        </p:nvSpPr>
        <p:spPr>
          <a:xfrm>
            <a:off x="7955640" y="310968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6" name=""/>
          <p:cNvSpPr/>
          <p:nvPr/>
        </p:nvSpPr>
        <p:spPr>
          <a:xfrm>
            <a:off x="9601560" y="915120"/>
            <a:ext cx="164592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97" name=""/>
          <p:cNvGrpSpPr/>
          <p:nvPr/>
        </p:nvGrpSpPr>
        <p:grpSpPr>
          <a:xfrm>
            <a:off x="3836880" y="1151280"/>
            <a:ext cx="2339640" cy="4334400"/>
            <a:chOff x="3836880" y="1151280"/>
            <a:chExt cx="2339640" cy="4334400"/>
          </a:xfrm>
        </p:grpSpPr>
        <p:sp>
          <p:nvSpPr>
            <p:cNvPr id="98" name=""/>
            <p:cNvSpPr/>
            <p:nvPr/>
          </p:nvSpPr>
          <p:spPr>
            <a:xfrm flipH="1" flipV="1" rot="5400000">
              <a:off x="3882600" y="136800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9" name=""/>
            <p:cNvSpPr/>
            <p:nvPr/>
          </p:nvSpPr>
          <p:spPr>
            <a:xfrm flipH="1" flipV="1" rot="5400000">
              <a:off x="4759200" y="110556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343A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0" name=""/>
            <p:cNvSpPr/>
            <p:nvPr/>
          </p:nvSpPr>
          <p:spPr>
            <a:xfrm flipH="1" flipV="1" rot="5400000">
              <a:off x="3882600" y="271872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1" name=""/>
            <p:cNvSpPr/>
            <p:nvPr/>
          </p:nvSpPr>
          <p:spPr>
            <a:xfrm flipH="1" flipV="1" rot="5400000">
              <a:off x="4759200" y="245664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2" name=""/>
            <p:cNvSpPr/>
            <p:nvPr/>
          </p:nvSpPr>
          <p:spPr>
            <a:xfrm flipH="1" flipV="1" rot="5400000">
              <a:off x="3882600" y="406836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3" name=""/>
            <p:cNvSpPr/>
            <p:nvPr/>
          </p:nvSpPr>
          <p:spPr>
            <a:xfrm flipH="1" flipV="1" rot="5400000">
              <a:off x="4759200" y="380700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dt" idx="16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ftr" idx="17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8" name="PlaceHolder 5"/>
          <p:cNvSpPr>
            <a:spLocks noGrp="1"/>
          </p:cNvSpPr>
          <p:nvPr>
            <p:ph type="sldNum" idx="18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9A0A8FBE-05A0-4543-9A53-DC494533E62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/>
          <p:nvPr/>
        </p:nvSpPr>
        <p:spPr>
          <a:xfrm>
            <a:off x="2103480" y="3658320"/>
            <a:ext cx="164592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4" name=""/>
          <p:cNvSpPr/>
          <p:nvPr/>
        </p:nvSpPr>
        <p:spPr>
          <a:xfrm>
            <a:off x="823320" y="-27324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5" name=""/>
          <p:cNvSpPr/>
          <p:nvPr/>
        </p:nvSpPr>
        <p:spPr>
          <a:xfrm>
            <a:off x="7955640" y="310968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6" name=""/>
          <p:cNvSpPr/>
          <p:nvPr/>
        </p:nvSpPr>
        <p:spPr>
          <a:xfrm>
            <a:off x="9601560" y="915120"/>
            <a:ext cx="164592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109" name=""/>
          <p:cNvGrpSpPr/>
          <p:nvPr/>
        </p:nvGrpSpPr>
        <p:grpSpPr>
          <a:xfrm>
            <a:off x="3836880" y="1151280"/>
            <a:ext cx="2339640" cy="4334400"/>
            <a:chOff x="3836880" y="1151280"/>
            <a:chExt cx="2339640" cy="4334400"/>
          </a:xfrm>
        </p:grpSpPr>
        <p:sp>
          <p:nvSpPr>
            <p:cNvPr id="98" name=""/>
            <p:cNvSpPr/>
            <p:nvPr/>
          </p:nvSpPr>
          <p:spPr>
            <a:xfrm flipH="1" flipV="1" rot="5400000">
              <a:off x="3882600" y="136800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9" name=""/>
            <p:cNvSpPr/>
            <p:nvPr/>
          </p:nvSpPr>
          <p:spPr>
            <a:xfrm flipH="1" flipV="1" rot="5400000">
              <a:off x="4759200" y="110556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343A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0" name=""/>
            <p:cNvSpPr/>
            <p:nvPr/>
          </p:nvSpPr>
          <p:spPr>
            <a:xfrm flipH="1" flipV="1" rot="5400000">
              <a:off x="3882600" y="271872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1" name=""/>
            <p:cNvSpPr/>
            <p:nvPr/>
          </p:nvSpPr>
          <p:spPr>
            <a:xfrm flipH="1" flipV="1" rot="5400000">
              <a:off x="4759200" y="245664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2" name=""/>
            <p:cNvSpPr/>
            <p:nvPr/>
          </p:nvSpPr>
          <p:spPr>
            <a:xfrm flipH="1" flipV="1" rot="5400000">
              <a:off x="3882600" y="406836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3" name=""/>
            <p:cNvSpPr/>
            <p:nvPr/>
          </p:nvSpPr>
          <p:spPr>
            <a:xfrm flipH="1" flipV="1" rot="5400000">
              <a:off x="4759200" y="380700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dt" idx="19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ftr" idx="20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sldNum" idx="21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C20B5469-85B3-4D6D-BDEE-9653DB81442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/>
          <p:nvPr/>
        </p:nvSpPr>
        <p:spPr>
          <a:xfrm>
            <a:off x="6771960" y="130032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6" name=""/>
          <p:cNvSpPr/>
          <p:nvPr/>
        </p:nvSpPr>
        <p:spPr>
          <a:xfrm>
            <a:off x="5813280" y="385488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7" name=""/>
          <p:cNvSpPr/>
          <p:nvPr/>
        </p:nvSpPr>
        <p:spPr>
          <a:xfrm>
            <a:off x="7589520" y="256032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8" name=""/>
          <p:cNvSpPr/>
          <p:nvPr/>
        </p:nvSpPr>
        <p:spPr>
          <a:xfrm>
            <a:off x="3200400" y="73152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9" name=""/>
          <p:cNvSpPr/>
          <p:nvPr/>
        </p:nvSpPr>
        <p:spPr>
          <a:xfrm>
            <a:off x="1424160" y="348912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20" name=""/>
          <p:cNvSpPr/>
          <p:nvPr/>
        </p:nvSpPr>
        <p:spPr>
          <a:xfrm>
            <a:off x="700920" y="1900080"/>
            <a:ext cx="1402200" cy="1848960"/>
          </a:xfrm>
          <a:custGeom>
            <a:avLst/>
            <a:gdLst/>
            <a:ahLst/>
            <a:rect l="0" t="0" r="r" b="b"/>
            <a:pathLst>
              <a:path fill="none" w="3895" h="5136">
                <a:moveTo>
                  <a:pt x="339" y="0"/>
                </a:moveTo>
                <a:cubicBezTo>
                  <a:pt x="-931" y="2540"/>
                  <a:pt x="1609" y="5588"/>
                  <a:pt x="3895" y="508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tIns="63360" rIns="108360" bIns="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1" name=""/>
          <p:cNvSpPr/>
          <p:nvPr/>
        </p:nvSpPr>
        <p:spPr>
          <a:xfrm>
            <a:off x="3931920" y="2011680"/>
            <a:ext cx="975960" cy="1371600"/>
          </a:xfrm>
          <a:custGeom>
            <a:avLst/>
            <a:gdLst/>
            <a:ahLst/>
            <a:rect l="0" t="0" r="r" b="b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tIns="63360" rIns="108360" bIns="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2" name=""/>
          <p:cNvSpPr/>
          <p:nvPr/>
        </p:nvSpPr>
        <p:spPr>
          <a:xfrm>
            <a:off x="7724880" y="2103120"/>
            <a:ext cx="779040" cy="1463040"/>
          </a:xfrm>
          <a:custGeom>
            <a:avLst/>
            <a:gdLst/>
            <a:ahLst/>
            <a:rect l="0" t="0" r="r" b="b"/>
            <a:pathLst>
              <a:path fill="none" w="2164" h="4064">
                <a:moveTo>
                  <a:pt x="132" y="4064"/>
                </a:moveTo>
                <a:cubicBezTo>
                  <a:pt x="-630" y="3301"/>
                  <a:pt x="2164" y="3555"/>
                  <a:pt x="2164" y="2794"/>
                </a:cubicBezTo>
                <a:cubicBezTo>
                  <a:pt x="2164" y="2032"/>
                  <a:pt x="-630" y="1778"/>
                  <a:pt x="132" y="2540"/>
                </a:cubicBezTo>
                <a:cubicBezTo>
                  <a:pt x="894" y="3302"/>
                  <a:pt x="1910" y="508"/>
                  <a:pt x="894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tIns="63360" rIns="108360" bIns="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3" name=""/>
          <p:cNvSpPr/>
          <p:nvPr/>
        </p:nvSpPr>
        <p:spPr>
          <a:xfrm>
            <a:off x="1424160" y="475488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4" name=""/>
          <p:cNvSpPr/>
          <p:nvPr/>
        </p:nvSpPr>
        <p:spPr>
          <a:xfrm>
            <a:off x="2887200" y="130032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dt" idx="22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ftr" idx="23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 type="sldNum" idx="24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7AAD37FF-2951-472C-8192-EBAA085B3E2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ulle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/>
          <p:nvPr/>
        </p:nvSpPr>
        <p:spPr>
          <a:xfrm>
            <a:off x="6771960" y="130032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6" name=""/>
          <p:cNvSpPr/>
          <p:nvPr/>
        </p:nvSpPr>
        <p:spPr>
          <a:xfrm>
            <a:off x="5813280" y="385488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7" name=""/>
          <p:cNvSpPr/>
          <p:nvPr/>
        </p:nvSpPr>
        <p:spPr>
          <a:xfrm>
            <a:off x="7589520" y="256032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8" name=""/>
          <p:cNvSpPr/>
          <p:nvPr/>
        </p:nvSpPr>
        <p:spPr>
          <a:xfrm>
            <a:off x="3200400" y="73152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9" name=""/>
          <p:cNvSpPr/>
          <p:nvPr/>
        </p:nvSpPr>
        <p:spPr>
          <a:xfrm>
            <a:off x="1424160" y="348912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30" name=""/>
          <p:cNvSpPr/>
          <p:nvPr/>
        </p:nvSpPr>
        <p:spPr>
          <a:xfrm>
            <a:off x="700920" y="1900080"/>
            <a:ext cx="1402200" cy="1848960"/>
          </a:xfrm>
          <a:custGeom>
            <a:avLst/>
            <a:gdLst/>
            <a:ahLst/>
            <a:rect l="0" t="0" r="r" b="b"/>
            <a:pathLst>
              <a:path fill="none" w="3895" h="5136">
                <a:moveTo>
                  <a:pt x="339" y="0"/>
                </a:moveTo>
                <a:cubicBezTo>
                  <a:pt x="-931" y="2540"/>
                  <a:pt x="1609" y="5588"/>
                  <a:pt x="3895" y="508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tIns="63360" rIns="108360" bIns="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31" name=""/>
          <p:cNvSpPr/>
          <p:nvPr/>
        </p:nvSpPr>
        <p:spPr>
          <a:xfrm>
            <a:off x="3931920" y="2011680"/>
            <a:ext cx="975960" cy="1371600"/>
          </a:xfrm>
          <a:custGeom>
            <a:avLst/>
            <a:gdLst/>
            <a:ahLst/>
            <a:rect l="0" t="0" r="r" b="b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tIns="63360" rIns="108360" bIns="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32" name=""/>
          <p:cNvSpPr/>
          <p:nvPr/>
        </p:nvSpPr>
        <p:spPr>
          <a:xfrm>
            <a:off x="7724880" y="2103120"/>
            <a:ext cx="779040" cy="1463040"/>
          </a:xfrm>
          <a:custGeom>
            <a:avLst/>
            <a:gdLst/>
            <a:ahLst/>
            <a:rect l="0" t="0" r="r" b="b"/>
            <a:pathLst>
              <a:path fill="none" w="2164" h="4064">
                <a:moveTo>
                  <a:pt x="132" y="4064"/>
                </a:moveTo>
                <a:cubicBezTo>
                  <a:pt x="-630" y="3301"/>
                  <a:pt x="2164" y="3555"/>
                  <a:pt x="2164" y="2794"/>
                </a:cubicBezTo>
                <a:cubicBezTo>
                  <a:pt x="2164" y="2032"/>
                  <a:pt x="-630" y="1778"/>
                  <a:pt x="132" y="2540"/>
                </a:cubicBezTo>
                <a:cubicBezTo>
                  <a:pt x="894" y="3302"/>
                  <a:pt x="1910" y="508"/>
                  <a:pt x="894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tIns="63360" rIns="108360" bIns="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3" name=""/>
          <p:cNvSpPr/>
          <p:nvPr/>
        </p:nvSpPr>
        <p:spPr>
          <a:xfrm>
            <a:off x="1424160" y="475488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4" name=""/>
          <p:cNvSpPr/>
          <p:nvPr/>
        </p:nvSpPr>
        <p:spPr>
          <a:xfrm>
            <a:off x="2887200" y="130032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dt" idx="25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ftr" idx="26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37" name="PlaceHolder 5"/>
          <p:cNvSpPr>
            <a:spLocks noGrp="1"/>
          </p:cNvSpPr>
          <p:nvPr>
            <p:ph type="sldNum" idx="27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1B5766E9-EF68-4549-ABB3-569EF6F2033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Jigsa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"/>
          <p:cNvGrpSpPr/>
          <p:nvPr/>
        </p:nvGrpSpPr>
        <p:grpSpPr>
          <a:xfrm>
            <a:off x="2982960" y="1548000"/>
            <a:ext cx="5982480" cy="3326040"/>
            <a:chOff x="2982960" y="1548000"/>
            <a:chExt cx="5982480" cy="3326040"/>
          </a:xfrm>
        </p:grpSpPr>
        <p:sp>
          <p:nvSpPr>
            <p:cNvPr id="139" name=""/>
            <p:cNvSpPr/>
            <p:nvPr/>
          </p:nvSpPr>
          <p:spPr>
            <a:xfrm>
              <a:off x="3570480" y="1888200"/>
              <a:ext cx="4927320" cy="262332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0" name=""/>
            <p:cNvSpPr/>
            <p:nvPr/>
          </p:nvSpPr>
          <p:spPr>
            <a:xfrm>
              <a:off x="3763800" y="1585440"/>
              <a:ext cx="4927320" cy="2623320"/>
            </a:xfrm>
            <a:prstGeom prst="rect">
              <a:avLst/>
            </a:prstGeom>
            <a:noFill/>
            <a:ln w="18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9000" tIns="54000" rIns="99000" bIns="54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1" name=""/>
            <p:cNvSpPr txBox="1"/>
            <p:nvPr/>
          </p:nvSpPr>
          <p:spPr>
            <a:xfrm>
              <a:off x="3844800" y="1548000"/>
              <a:ext cx="1097280" cy="1474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en-US" sz="8000" b="0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“</a:t>
              </a:r>
              <a:endParaRPr lang="en-US" sz="80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2" name=""/>
            <p:cNvSpPr txBox="1"/>
            <p:nvPr/>
          </p:nvSpPr>
          <p:spPr>
            <a:xfrm>
              <a:off x="7868160" y="3399840"/>
              <a:ext cx="1097280" cy="1474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en-US" sz="8000" b="0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”</a:t>
              </a:r>
              <a:endParaRPr lang="en-US" sz="80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3" name=""/>
            <p:cNvSpPr/>
            <p:nvPr/>
          </p:nvSpPr>
          <p:spPr>
            <a:xfrm>
              <a:off x="2982960" y="4117320"/>
              <a:ext cx="1044720" cy="302760"/>
            </a:xfrm>
            <a:prstGeom prst="rect">
              <a:avLst/>
            </a:prstGeom>
            <a:pattFill prst="wdUpDiag">
              <a:fgClr>
                <a:srgbClr val="000000"/>
              </a:fgClr>
              <a:bgClr>
                <a:srgbClr val="FFFFFF">
                  <a:alpha val="0"/>
                </a:srgbClr>
              </a:bgClr>
            </a:patt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44" name=""/>
          <p:cNvGrpSpPr/>
          <p:nvPr/>
        </p:nvGrpSpPr>
        <p:grpSpPr>
          <a:xfrm>
            <a:off x="-927000" y="-375120"/>
            <a:ext cx="3796200" cy="6389640"/>
            <a:chOff x="-927000" y="-375120"/>
            <a:chExt cx="3796200" cy="6389640"/>
          </a:xfrm>
        </p:grpSpPr>
        <p:sp>
          <p:nvSpPr>
            <p:cNvPr id="145" name=""/>
            <p:cNvSpPr/>
            <p:nvPr/>
          </p:nvSpPr>
          <p:spPr>
            <a:xfrm rot="5400000">
              <a:off x="459720" y="-2217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6" name=""/>
            <p:cNvSpPr/>
            <p:nvPr/>
          </p:nvSpPr>
          <p:spPr>
            <a:xfrm>
              <a:off x="1144440" y="-21312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2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1823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7" name=""/>
            <p:cNvSpPr/>
            <p:nvPr/>
          </p:nvSpPr>
          <p:spPr>
            <a:xfrm rot="5400000">
              <a:off x="-231480" y="4503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8" name=""/>
            <p:cNvSpPr/>
            <p:nvPr/>
          </p:nvSpPr>
          <p:spPr>
            <a:xfrm>
              <a:off x="448200" y="4568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9" name=""/>
            <p:cNvSpPr/>
            <p:nvPr/>
          </p:nvSpPr>
          <p:spPr>
            <a:xfrm rot="5400000">
              <a:off x="438840" y="11408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3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0" name=""/>
            <p:cNvSpPr/>
            <p:nvPr/>
          </p:nvSpPr>
          <p:spPr>
            <a:xfrm>
              <a:off x="1124280" y="11494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1" name=""/>
            <p:cNvSpPr/>
            <p:nvPr/>
          </p:nvSpPr>
          <p:spPr>
            <a:xfrm>
              <a:off x="-927000" y="18093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4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1823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2" name=""/>
            <p:cNvSpPr/>
            <p:nvPr/>
          </p:nvSpPr>
          <p:spPr>
            <a:xfrm rot="5400000">
              <a:off x="-245520" y="181512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212529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3" name=""/>
            <p:cNvSpPr/>
            <p:nvPr/>
          </p:nvSpPr>
          <p:spPr>
            <a:xfrm>
              <a:off x="430560" y="18244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4" name=""/>
            <p:cNvSpPr/>
            <p:nvPr/>
          </p:nvSpPr>
          <p:spPr>
            <a:xfrm rot="5400000">
              <a:off x="1113480" y="18334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5" name=""/>
            <p:cNvSpPr/>
            <p:nvPr/>
          </p:nvSpPr>
          <p:spPr>
            <a:xfrm>
              <a:off x="1796040" y="183960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6" name=""/>
            <p:cNvSpPr/>
            <p:nvPr/>
          </p:nvSpPr>
          <p:spPr>
            <a:xfrm>
              <a:off x="-253440" y="249840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7" name=""/>
            <p:cNvSpPr/>
            <p:nvPr/>
          </p:nvSpPr>
          <p:spPr>
            <a:xfrm rot="5400000">
              <a:off x="421920" y="250812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8" name=""/>
            <p:cNvSpPr/>
            <p:nvPr/>
          </p:nvSpPr>
          <p:spPr>
            <a:xfrm rot="5400000">
              <a:off x="-262800" y="31802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9" name=""/>
            <p:cNvSpPr/>
            <p:nvPr/>
          </p:nvSpPr>
          <p:spPr>
            <a:xfrm>
              <a:off x="-271440" y="38624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5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1823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0" name=""/>
            <p:cNvSpPr/>
            <p:nvPr/>
          </p:nvSpPr>
          <p:spPr>
            <a:xfrm rot="5400000">
              <a:off x="409320" y="38721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E9ECEF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1" name=""/>
            <p:cNvSpPr/>
            <p:nvPr/>
          </p:nvSpPr>
          <p:spPr>
            <a:xfrm rot="5400000">
              <a:off x="-283320" y="454500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2" name=""/>
            <p:cNvSpPr/>
            <p:nvPr/>
          </p:nvSpPr>
          <p:spPr>
            <a:xfrm>
              <a:off x="399600" y="45543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3" name=""/>
            <p:cNvSpPr/>
            <p:nvPr/>
          </p:nvSpPr>
          <p:spPr>
            <a:xfrm>
              <a:off x="-291240" y="52282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F8F9FA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4" name=""/>
            <p:cNvSpPr/>
            <p:nvPr/>
          </p:nvSpPr>
          <p:spPr>
            <a:xfrm>
              <a:off x="1070640" y="52480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65" name=""/>
          <p:cNvSpPr/>
          <p:nvPr/>
        </p:nvSpPr>
        <p:spPr>
          <a:xfrm>
            <a:off x="8538120" y="3877200"/>
            <a:ext cx="975960" cy="1371600"/>
          </a:xfrm>
          <a:custGeom>
            <a:avLst/>
            <a:gdLst/>
            <a:ahLst/>
            <a:rect l="0" t="0" r="r" b="b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sm" type="oval" w="lg"/>
            <a:tailEnd len="sm" type="oval" w="lg"/>
          </a:ln>
        </p:spPr>
        <p:txBody>
          <a:bodyPr lIns="108360" tIns="63360" rIns="108360" bIns="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66" name=""/>
          <p:cNvSpPr/>
          <p:nvPr/>
        </p:nvSpPr>
        <p:spPr>
          <a:xfrm>
            <a:off x="7372080" y="497448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67" name=""/>
          <p:cNvSpPr/>
          <p:nvPr/>
        </p:nvSpPr>
        <p:spPr>
          <a:xfrm>
            <a:off x="7868160" y="-329040"/>
            <a:ext cx="2011680" cy="20116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1800000" y="468000"/>
            <a:ext cx="774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9999"/>
          </a:bodyPr>
          <a:lstStyle>
            <a:lvl1pPr indent="0" algn="ctr">
              <a:buNone/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3924000" y="2160000"/>
            <a:ext cx="4572000" cy="19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dt" idx="28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ftr" idx="29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sldNum" idx="30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502CC85E-23E6-4E8D-8B81-08AD9361456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"/>
          <p:cNvSpPr/>
          <p:nvPr/>
        </p:nvSpPr>
        <p:spPr>
          <a:xfrm>
            <a:off x="8266320" y="411552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74" name=""/>
          <p:cNvSpPr/>
          <p:nvPr/>
        </p:nvSpPr>
        <p:spPr>
          <a:xfrm>
            <a:off x="7717680" y="-54828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175" name=""/>
          <p:cNvGrpSpPr/>
          <p:nvPr/>
        </p:nvGrpSpPr>
        <p:grpSpPr>
          <a:xfrm>
            <a:off x="-147240" y="69480"/>
            <a:ext cx="915480" cy="915480"/>
            <a:chOff x="-147240" y="69480"/>
            <a:chExt cx="915480" cy="915480"/>
          </a:xfrm>
        </p:grpSpPr>
        <p:sp>
          <p:nvSpPr>
            <p:cNvPr id="176" name=""/>
            <p:cNvSpPr/>
            <p:nvPr/>
          </p:nvSpPr>
          <p:spPr>
            <a:xfrm flipV="1" rot="5395800">
              <a:off x="219240" y="801000"/>
              <a:ext cx="182880" cy="182880"/>
            </a:xfrm>
            <a:prstGeom prst="ellipse">
              <a:avLst/>
            </a:prstGeom>
            <a:blipFill rotWithShape="0">
              <a:blip r:embed="rId2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7" name=""/>
            <p:cNvSpPr/>
            <p:nvPr/>
          </p:nvSpPr>
          <p:spPr>
            <a:xfrm flipV="1" rot="5395800">
              <a:off x="218880" y="435240"/>
              <a:ext cx="182880" cy="182880"/>
            </a:xfrm>
            <a:prstGeom prst="ellipse">
              <a:avLst/>
            </a:prstGeom>
            <a:blipFill rotWithShape="0">
              <a:blip r:embed="rId3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8" name=""/>
            <p:cNvSpPr/>
            <p:nvPr/>
          </p:nvSpPr>
          <p:spPr>
            <a:xfrm flipV="1" rot="5395800">
              <a:off x="218520" y="69840"/>
              <a:ext cx="182880" cy="182880"/>
            </a:xfrm>
            <a:prstGeom prst="ellipse">
              <a:avLst/>
            </a:prstGeom>
            <a:blipFill rotWithShape="0">
              <a:blip r:embed="rId4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9" name=""/>
            <p:cNvSpPr/>
            <p:nvPr/>
          </p:nvSpPr>
          <p:spPr>
            <a:xfrm flipV="1" rot="5395800">
              <a:off x="584280" y="69120"/>
              <a:ext cx="182880" cy="182880"/>
            </a:xfrm>
            <a:prstGeom prst="ellipse">
              <a:avLst/>
            </a:prstGeom>
            <a:blipFill rotWithShape="0">
              <a:blip r:embed="rId5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0" name=""/>
            <p:cNvSpPr/>
            <p:nvPr/>
          </p:nvSpPr>
          <p:spPr>
            <a:xfrm flipV="1" rot="5395800">
              <a:off x="584280" y="434880"/>
              <a:ext cx="182880" cy="182880"/>
            </a:xfrm>
            <a:prstGeom prst="ellipse">
              <a:avLst/>
            </a:prstGeom>
            <a:blipFill rotWithShape="0">
              <a:blip r:embed="rId6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1" name=""/>
            <p:cNvSpPr/>
            <p:nvPr/>
          </p:nvSpPr>
          <p:spPr>
            <a:xfrm flipV="1" rot="5395800">
              <a:off x="585000" y="801000"/>
              <a:ext cx="182880" cy="182880"/>
            </a:xfrm>
            <a:prstGeom prst="ellipse">
              <a:avLst/>
            </a:prstGeom>
            <a:blipFill rotWithShape="0">
              <a:blip r:embed="rId7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2" name=""/>
            <p:cNvSpPr/>
            <p:nvPr/>
          </p:nvSpPr>
          <p:spPr>
            <a:xfrm flipV="1" rot="5395800">
              <a:off x="-146160" y="801360"/>
              <a:ext cx="182880" cy="182880"/>
            </a:xfrm>
            <a:prstGeom prst="ellipse">
              <a:avLst/>
            </a:prstGeom>
            <a:blipFill rotWithShape="0">
              <a:blip r:embed="rId8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3" name=""/>
            <p:cNvSpPr/>
            <p:nvPr/>
          </p:nvSpPr>
          <p:spPr>
            <a:xfrm flipV="1" rot="5395800">
              <a:off x="-146880" y="435960"/>
              <a:ext cx="182880" cy="182880"/>
            </a:xfrm>
            <a:prstGeom prst="ellipse">
              <a:avLst/>
            </a:prstGeom>
            <a:blipFill rotWithShape="0">
              <a:blip r:embed="rId9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4" name=""/>
            <p:cNvSpPr/>
            <p:nvPr/>
          </p:nvSpPr>
          <p:spPr>
            <a:xfrm flipV="1" rot="5395800">
              <a:off x="-146880" y="69840"/>
              <a:ext cx="182880" cy="182880"/>
            </a:xfrm>
            <a:prstGeom prst="ellipse">
              <a:avLst/>
            </a:prstGeom>
            <a:blipFill rotWithShape="0">
              <a:blip r:embed="rId10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85" name=""/>
          <p:cNvGrpSpPr/>
          <p:nvPr/>
        </p:nvGrpSpPr>
        <p:grpSpPr>
          <a:xfrm>
            <a:off x="9545040" y="4646160"/>
            <a:ext cx="549720" cy="915480"/>
            <a:chOff x="9545040" y="4646160"/>
            <a:chExt cx="549720" cy="915480"/>
          </a:xfrm>
        </p:grpSpPr>
        <p:sp>
          <p:nvSpPr>
            <p:cNvPr id="186" name=""/>
            <p:cNvSpPr/>
            <p:nvPr/>
          </p:nvSpPr>
          <p:spPr>
            <a:xfrm flipV="1" rot="5395800">
              <a:off x="9911520" y="5377320"/>
              <a:ext cx="182880" cy="182880"/>
            </a:xfrm>
            <a:prstGeom prst="ellipse">
              <a:avLst/>
            </a:prstGeom>
            <a:blipFill rotWithShape="0">
              <a:blip r:embed="rId11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7" name=""/>
            <p:cNvSpPr/>
            <p:nvPr/>
          </p:nvSpPr>
          <p:spPr>
            <a:xfrm flipV="1" rot="5395800">
              <a:off x="9911160" y="5011920"/>
              <a:ext cx="182880" cy="182880"/>
            </a:xfrm>
            <a:prstGeom prst="ellipse">
              <a:avLst/>
            </a:prstGeom>
            <a:blipFill rotWithShape="0">
              <a:blip r:embed="rId12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8" name=""/>
            <p:cNvSpPr/>
            <p:nvPr/>
          </p:nvSpPr>
          <p:spPr>
            <a:xfrm flipV="1" rot="5395800">
              <a:off x="9910440" y="4645800"/>
              <a:ext cx="182880" cy="182880"/>
            </a:xfrm>
            <a:prstGeom prst="ellipse">
              <a:avLst/>
            </a:prstGeom>
            <a:blipFill rotWithShape="0">
              <a:blip r:embed="rId13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9" name=""/>
            <p:cNvSpPr/>
            <p:nvPr/>
          </p:nvSpPr>
          <p:spPr>
            <a:xfrm flipV="1" rot="5395800">
              <a:off x="9545400" y="5378040"/>
              <a:ext cx="182880" cy="182880"/>
            </a:xfrm>
            <a:prstGeom prst="ellipse">
              <a:avLst/>
            </a:prstGeom>
            <a:blipFill rotWithShape="0">
              <a:blip r:embed="rId14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0" name=""/>
            <p:cNvSpPr/>
            <p:nvPr/>
          </p:nvSpPr>
          <p:spPr>
            <a:xfrm flipV="1" rot="5395800">
              <a:off x="9545400" y="5011920"/>
              <a:ext cx="182880" cy="182880"/>
            </a:xfrm>
            <a:prstGeom prst="ellipse">
              <a:avLst/>
            </a:prstGeom>
            <a:blipFill rotWithShape="0">
              <a:blip r:embed="rId15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1" name=""/>
            <p:cNvSpPr/>
            <p:nvPr/>
          </p:nvSpPr>
          <p:spPr>
            <a:xfrm flipV="1" rot="5395800">
              <a:off x="9545040" y="4646160"/>
              <a:ext cx="182880" cy="182880"/>
            </a:xfrm>
            <a:prstGeom prst="ellipse">
              <a:avLst/>
            </a:prstGeom>
            <a:blipFill rotWithShape="0">
              <a:blip r:embed="rId16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92" name=""/>
          <p:cNvSpPr/>
          <p:nvPr/>
        </p:nvSpPr>
        <p:spPr>
          <a:xfrm>
            <a:off x="-146160" y="310932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324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2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88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504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72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93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152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dt" idx="31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 type="ftr" idx="32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 type="sldNum" idx="33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89D1AF1E-29E3-4CB5-AB37-1CF4510DE5F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Bulle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"/>
          <p:cNvSpPr/>
          <p:nvPr/>
        </p:nvSpPr>
        <p:spPr>
          <a:xfrm>
            <a:off x="8266320" y="411552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74" name=""/>
          <p:cNvSpPr/>
          <p:nvPr/>
        </p:nvSpPr>
        <p:spPr>
          <a:xfrm>
            <a:off x="7717680" y="-54828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198" name=""/>
          <p:cNvGrpSpPr/>
          <p:nvPr/>
        </p:nvGrpSpPr>
        <p:grpSpPr>
          <a:xfrm>
            <a:off x="-147240" y="69480"/>
            <a:ext cx="915480" cy="915480"/>
            <a:chOff x="-147240" y="69480"/>
            <a:chExt cx="915480" cy="915480"/>
          </a:xfrm>
        </p:grpSpPr>
        <p:sp>
          <p:nvSpPr>
            <p:cNvPr id="176" name=""/>
            <p:cNvSpPr/>
            <p:nvPr/>
          </p:nvSpPr>
          <p:spPr>
            <a:xfrm flipV="1" rot="5395800">
              <a:off x="219240" y="801000"/>
              <a:ext cx="182880" cy="182880"/>
            </a:xfrm>
            <a:prstGeom prst="ellipse">
              <a:avLst/>
            </a:prstGeom>
            <a:blipFill rotWithShape="0">
              <a:blip r:embed="rId2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7" name=""/>
            <p:cNvSpPr/>
            <p:nvPr/>
          </p:nvSpPr>
          <p:spPr>
            <a:xfrm flipV="1" rot="5395800">
              <a:off x="218880" y="435240"/>
              <a:ext cx="182880" cy="182880"/>
            </a:xfrm>
            <a:prstGeom prst="ellipse">
              <a:avLst/>
            </a:prstGeom>
            <a:blipFill rotWithShape="0">
              <a:blip r:embed="rId3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8" name=""/>
            <p:cNvSpPr/>
            <p:nvPr/>
          </p:nvSpPr>
          <p:spPr>
            <a:xfrm flipV="1" rot="5395800">
              <a:off x="218520" y="69840"/>
              <a:ext cx="182880" cy="182880"/>
            </a:xfrm>
            <a:prstGeom prst="ellipse">
              <a:avLst/>
            </a:prstGeom>
            <a:blipFill rotWithShape="0">
              <a:blip r:embed="rId4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9" name=""/>
            <p:cNvSpPr/>
            <p:nvPr/>
          </p:nvSpPr>
          <p:spPr>
            <a:xfrm flipV="1" rot="5395800">
              <a:off x="584280" y="69120"/>
              <a:ext cx="182880" cy="182880"/>
            </a:xfrm>
            <a:prstGeom prst="ellipse">
              <a:avLst/>
            </a:prstGeom>
            <a:blipFill rotWithShape="0">
              <a:blip r:embed="rId5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0" name=""/>
            <p:cNvSpPr/>
            <p:nvPr/>
          </p:nvSpPr>
          <p:spPr>
            <a:xfrm flipV="1" rot="5395800">
              <a:off x="584280" y="434880"/>
              <a:ext cx="182880" cy="182880"/>
            </a:xfrm>
            <a:prstGeom prst="ellipse">
              <a:avLst/>
            </a:prstGeom>
            <a:blipFill rotWithShape="0">
              <a:blip r:embed="rId6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1" name=""/>
            <p:cNvSpPr/>
            <p:nvPr/>
          </p:nvSpPr>
          <p:spPr>
            <a:xfrm flipV="1" rot="5395800">
              <a:off x="585000" y="801000"/>
              <a:ext cx="182880" cy="182880"/>
            </a:xfrm>
            <a:prstGeom prst="ellipse">
              <a:avLst/>
            </a:prstGeom>
            <a:blipFill rotWithShape="0">
              <a:blip r:embed="rId7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2" name=""/>
            <p:cNvSpPr/>
            <p:nvPr/>
          </p:nvSpPr>
          <p:spPr>
            <a:xfrm flipV="1" rot="5395800">
              <a:off x="-146160" y="801360"/>
              <a:ext cx="182880" cy="182880"/>
            </a:xfrm>
            <a:prstGeom prst="ellipse">
              <a:avLst/>
            </a:prstGeom>
            <a:blipFill rotWithShape="0">
              <a:blip r:embed="rId8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3" name=""/>
            <p:cNvSpPr/>
            <p:nvPr/>
          </p:nvSpPr>
          <p:spPr>
            <a:xfrm flipV="1" rot="5395800">
              <a:off x="-146880" y="435960"/>
              <a:ext cx="182880" cy="182880"/>
            </a:xfrm>
            <a:prstGeom prst="ellipse">
              <a:avLst/>
            </a:prstGeom>
            <a:blipFill rotWithShape="0">
              <a:blip r:embed="rId9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4" name=""/>
            <p:cNvSpPr/>
            <p:nvPr/>
          </p:nvSpPr>
          <p:spPr>
            <a:xfrm flipV="1" rot="5395800">
              <a:off x="-146880" y="69840"/>
              <a:ext cx="182880" cy="182880"/>
            </a:xfrm>
            <a:prstGeom prst="ellipse">
              <a:avLst/>
            </a:prstGeom>
            <a:blipFill rotWithShape="0">
              <a:blip r:embed="rId10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99" name=""/>
          <p:cNvGrpSpPr/>
          <p:nvPr/>
        </p:nvGrpSpPr>
        <p:grpSpPr>
          <a:xfrm>
            <a:off x="9545040" y="4646160"/>
            <a:ext cx="549720" cy="915480"/>
            <a:chOff x="9545040" y="4646160"/>
            <a:chExt cx="549720" cy="915480"/>
          </a:xfrm>
        </p:grpSpPr>
        <p:sp>
          <p:nvSpPr>
            <p:cNvPr id="186" name=""/>
            <p:cNvSpPr/>
            <p:nvPr/>
          </p:nvSpPr>
          <p:spPr>
            <a:xfrm flipV="1" rot="5395800">
              <a:off x="9911520" y="5377320"/>
              <a:ext cx="182880" cy="182880"/>
            </a:xfrm>
            <a:prstGeom prst="ellipse">
              <a:avLst/>
            </a:prstGeom>
            <a:blipFill rotWithShape="0">
              <a:blip r:embed="rId11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7" name=""/>
            <p:cNvSpPr/>
            <p:nvPr/>
          </p:nvSpPr>
          <p:spPr>
            <a:xfrm flipV="1" rot="5395800">
              <a:off x="9911160" y="5011920"/>
              <a:ext cx="182880" cy="182880"/>
            </a:xfrm>
            <a:prstGeom prst="ellipse">
              <a:avLst/>
            </a:prstGeom>
            <a:blipFill rotWithShape="0">
              <a:blip r:embed="rId12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8" name=""/>
            <p:cNvSpPr/>
            <p:nvPr/>
          </p:nvSpPr>
          <p:spPr>
            <a:xfrm flipV="1" rot="5395800">
              <a:off x="9910440" y="4645800"/>
              <a:ext cx="182880" cy="182880"/>
            </a:xfrm>
            <a:prstGeom prst="ellipse">
              <a:avLst/>
            </a:prstGeom>
            <a:blipFill rotWithShape="0">
              <a:blip r:embed="rId13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9" name=""/>
            <p:cNvSpPr/>
            <p:nvPr/>
          </p:nvSpPr>
          <p:spPr>
            <a:xfrm flipV="1" rot="5395800">
              <a:off x="9545400" y="5378040"/>
              <a:ext cx="182880" cy="182880"/>
            </a:xfrm>
            <a:prstGeom prst="ellipse">
              <a:avLst/>
            </a:prstGeom>
            <a:blipFill rotWithShape="0">
              <a:blip r:embed="rId14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0" name=""/>
            <p:cNvSpPr/>
            <p:nvPr/>
          </p:nvSpPr>
          <p:spPr>
            <a:xfrm flipV="1" rot="5395800">
              <a:off x="9545400" y="5011920"/>
              <a:ext cx="182880" cy="182880"/>
            </a:xfrm>
            <a:prstGeom prst="ellipse">
              <a:avLst/>
            </a:prstGeom>
            <a:blipFill rotWithShape="0">
              <a:blip r:embed="rId15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1" name=""/>
            <p:cNvSpPr/>
            <p:nvPr/>
          </p:nvSpPr>
          <p:spPr>
            <a:xfrm flipV="1" rot="5395800">
              <a:off x="9545040" y="4646160"/>
              <a:ext cx="182880" cy="182880"/>
            </a:xfrm>
            <a:prstGeom prst="ellipse">
              <a:avLst/>
            </a:prstGeom>
            <a:blipFill rotWithShape="0">
              <a:blip r:embed="rId16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92" name=""/>
          <p:cNvSpPr/>
          <p:nvPr/>
        </p:nvSpPr>
        <p:spPr>
          <a:xfrm>
            <a:off x="-146160" y="310932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324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2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88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504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72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93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152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dt" idx="34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ftr" idx="35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sldNum" idx="36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A06A6125-099C-4E2B-92A1-2EDB8D3D8C4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"/>
          <p:cNvSpPr/>
          <p:nvPr/>
        </p:nvSpPr>
        <p:spPr>
          <a:xfrm rot="18876000">
            <a:off x="8646120" y="-405720"/>
            <a:ext cx="2895480" cy="289548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6" name=""/>
          <p:cNvSpPr/>
          <p:nvPr/>
        </p:nvSpPr>
        <p:spPr>
          <a:xfrm rot="18876000">
            <a:off x="8666280" y="3983040"/>
            <a:ext cx="2895480" cy="289548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7" name=""/>
          <p:cNvSpPr/>
          <p:nvPr/>
        </p:nvSpPr>
        <p:spPr>
          <a:xfrm rot="18964800">
            <a:off x="994320" y="5915880"/>
            <a:ext cx="2588760" cy="7315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08" name=""/>
          <p:cNvSpPr/>
          <p:nvPr/>
        </p:nvSpPr>
        <p:spPr>
          <a:xfrm rot="18964800">
            <a:off x="-1296720" y="5513760"/>
            <a:ext cx="2588760" cy="7315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09" name=""/>
          <p:cNvSpPr/>
          <p:nvPr/>
        </p:nvSpPr>
        <p:spPr>
          <a:xfrm rot="18964800">
            <a:off x="3682080" y="339480"/>
            <a:ext cx="3457800" cy="9223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10" name=""/>
          <p:cNvSpPr/>
          <p:nvPr/>
        </p:nvSpPr>
        <p:spPr>
          <a:xfrm rot="18964800">
            <a:off x="1446120" y="-758520"/>
            <a:ext cx="2588760" cy="7315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11" name=""/>
          <p:cNvSpPr/>
          <p:nvPr/>
        </p:nvSpPr>
        <p:spPr>
          <a:xfrm rot="18964800">
            <a:off x="-727200" y="3295080"/>
            <a:ext cx="2588760" cy="51300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dt" idx="37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 type="ftr" idx="38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6" name="PlaceHolder 5"/>
          <p:cNvSpPr>
            <a:spLocks noGrp="1"/>
          </p:cNvSpPr>
          <p:nvPr>
            <p:ph type="sldNum" idx="39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9F2E7D75-4F52-453E-A554-A8A5CB12DAA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"/>
          <p:cNvGrpSpPr/>
          <p:nvPr/>
        </p:nvGrpSpPr>
        <p:grpSpPr>
          <a:xfrm>
            <a:off x="0" y="0"/>
            <a:ext cx="10080720" cy="4114800"/>
            <a:chOff x="0" y="0"/>
            <a:chExt cx="10080720" cy="4114800"/>
          </a:xfrm>
        </p:grpSpPr>
        <p:sp>
          <p:nvSpPr>
            <p:cNvPr id="3" name=""/>
            <p:cNvSpPr/>
            <p:nvPr/>
          </p:nvSpPr>
          <p:spPr>
            <a:xfrm>
              <a:off x="0" y="0"/>
              <a:ext cx="10080720" cy="411480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0" y="0"/>
              <a:ext cx="10080720" cy="411480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0" y="1280160"/>
              <a:ext cx="1554480" cy="640080"/>
            </a:xfrm>
            <a:prstGeom prst="rect">
              <a:avLst/>
            </a:prstGeom>
            <a:solidFill>
              <a:srgbClr val="343A40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914400" y="1920240"/>
              <a:ext cx="1280160" cy="182880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2194560" y="548640"/>
              <a:ext cx="1280160" cy="182880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3474720" y="1188720"/>
              <a:ext cx="365760" cy="36576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4206240" y="0"/>
              <a:ext cx="1463040" cy="914400"/>
            </a:xfrm>
            <a:prstGeom prst="rect">
              <a:avLst/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4663440" y="914400"/>
              <a:ext cx="1005840" cy="45720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3474720" y="1737360"/>
              <a:ext cx="3108960" cy="100584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4114800" y="2743200"/>
              <a:ext cx="1463040" cy="100584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6583680" y="1463040"/>
              <a:ext cx="1554480" cy="457200"/>
            </a:xfrm>
            <a:prstGeom prst="rect">
              <a:avLst/>
            </a:prstGeom>
            <a:solidFill>
              <a:srgbClr val="B2B2B2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7315200" y="1920240"/>
              <a:ext cx="1463040" cy="1645920"/>
            </a:xfrm>
            <a:prstGeom prst="rect">
              <a:avLst/>
            </a:prstGeom>
            <a:solidFill>
              <a:srgbClr val="B2B2B2">
                <a:alpha val="3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2743200" y="2377440"/>
              <a:ext cx="548640" cy="82296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595360" y="0"/>
              <a:ext cx="1485360" cy="1463040"/>
            </a:xfrm>
            <a:prstGeom prst="rect">
              <a:avLst/>
            </a:prstGeom>
            <a:solidFill>
              <a:srgbClr val="DD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6766560" y="0"/>
              <a:ext cx="274320" cy="1005840"/>
            </a:xfrm>
            <a:prstGeom prst="rect">
              <a:avLst/>
            </a:prstGeom>
            <a:solidFill>
              <a:srgbClr val="2F4550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1554480" y="0"/>
              <a:ext cx="182880" cy="914400"/>
            </a:xfrm>
            <a:prstGeom prst="rect">
              <a:avLst/>
            </a:prstGeom>
            <a:solidFill>
              <a:srgbClr val="808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0" y="3017520"/>
              <a:ext cx="365760" cy="109728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9601200" y="2560320"/>
              <a:ext cx="365760" cy="155448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8778240" y="1828800"/>
              <a:ext cx="365760" cy="36576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2" name=""/>
          <p:cNvSpPr/>
          <p:nvPr/>
        </p:nvSpPr>
        <p:spPr>
          <a:xfrm>
            <a:off x="7560000" y="4320000"/>
            <a:ext cx="0" cy="1260000"/>
          </a:xfrm>
          <a:prstGeom prst="line">
            <a:avLst/>
          </a:prstGeom>
          <a:ln w="547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tIns="72360" rIns="117360" bIns="72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60000" y="4114800"/>
            <a:ext cx="7020000" cy="14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lnSpcReduction="9999"/>
          </a:bodyPr>
          <a:lstStyle>
            <a:lvl1pPr indent="0" algn="r">
              <a:buNone/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68000" y="468000"/>
            <a:ext cx="9144000" cy="36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"/>
          </p:nvPr>
        </p:nvSpPr>
        <p:spPr>
          <a:xfrm>
            <a:off x="7740000" y="4860000"/>
            <a:ext cx="2052000" cy="2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2"/>
          </p:nvPr>
        </p:nvSpPr>
        <p:spPr>
          <a:xfrm>
            <a:off x="7740000" y="4392000"/>
            <a:ext cx="2052000" cy="2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3"/>
          </p:nvPr>
        </p:nvSpPr>
        <p:spPr>
          <a:xfrm>
            <a:off x="7740000" y="5166000"/>
            <a:ext cx="2052000" cy="2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2C738B4B-E6EA-4358-B2D4-3A579477615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360000" y="4233600"/>
            <a:ext cx="7020000" cy="75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lnSpcReduction="9999"/>
          </a:bodyPr>
          <a:p>
            <a:pPr indent="0" algn="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Adsfasdf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subTitle"/>
          </p:nvPr>
        </p:nvSpPr>
        <p:spPr>
          <a:xfrm>
            <a:off x="360000" y="5091120"/>
            <a:ext cx="702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77500" lnSpcReduction="19999"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815969F2-8D8B-4A88-89A2-49340C3BE2C2}" type="datetime1">
              <a:rPr lang="en-US"/>
              <a:t>10/03/26</a:t>
            </a:fld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Asdf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61632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Asdfasdfasdfasdf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asdfasdf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1260000" y="468000"/>
            <a:ext cx="828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adfadf</a:t>
            </a:r>
            <a:endParaRPr lang="en-US" sz="4400" b="1" u="wavyHeavy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1260000" y="1800000"/>
            <a:ext cx="8280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adasdfasdadsf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"/>
          <p:cNvSpPr/>
          <p:nvPr/>
        </p:nvSpPr>
        <p:spPr>
          <a:xfrm>
            <a:off x="1260360" y="2832120"/>
            <a:ext cx="593640" cy="624600"/>
          </a:xfrm>
          <a:custGeom>
            <a:avLst/>
            <a:gdLst/>
            <a:ahLst/>
            <a:rect l="0" t="0" r="r" b="b"/>
            <a:pathLst>
              <a:path w="1649" h="1735">
                <a:moveTo>
                  <a:pt x="392" y="780"/>
                </a:moveTo>
                <a:lnTo>
                  <a:pt x="217" y="780"/>
                </a:lnTo>
                <a:lnTo>
                  <a:pt x="217" y="1386"/>
                </a:lnTo>
                <a:lnTo>
                  <a:pt x="392" y="1386"/>
                </a:lnTo>
                <a:lnTo>
                  <a:pt x="392" y="780"/>
                </a:lnTo>
                <a:moveTo>
                  <a:pt x="912" y="780"/>
                </a:moveTo>
                <a:lnTo>
                  <a:pt x="737" y="780"/>
                </a:lnTo>
                <a:lnTo>
                  <a:pt x="737" y="1386"/>
                </a:lnTo>
                <a:lnTo>
                  <a:pt x="912" y="1386"/>
                </a:lnTo>
                <a:lnTo>
                  <a:pt x="912" y="780"/>
                </a:lnTo>
                <a:moveTo>
                  <a:pt x="1649" y="1561"/>
                </a:moveTo>
                <a:lnTo>
                  <a:pt x="0" y="1561"/>
                </a:lnTo>
                <a:lnTo>
                  <a:pt x="0" y="1735"/>
                </a:lnTo>
                <a:lnTo>
                  <a:pt x="1649" y="1735"/>
                </a:lnTo>
                <a:lnTo>
                  <a:pt x="1649" y="1561"/>
                </a:lnTo>
                <a:moveTo>
                  <a:pt x="1432" y="780"/>
                </a:moveTo>
                <a:lnTo>
                  <a:pt x="1257" y="780"/>
                </a:lnTo>
                <a:lnTo>
                  <a:pt x="1257" y="1386"/>
                </a:lnTo>
                <a:lnTo>
                  <a:pt x="1432" y="1386"/>
                </a:lnTo>
                <a:lnTo>
                  <a:pt x="1432" y="780"/>
                </a:lnTo>
                <a:moveTo>
                  <a:pt x="1274" y="435"/>
                </a:moveTo>
                <a:lnTo>
                  <a:pt x="372" y="435"/>
                </a:lnTo>
                <a:lnTo>
                  <a:pt x="826" y="194"/>
                </a:lnTo>
                <a:lnTo>
                  <a:pt x="1274" y="435"/>
                </a:lnTo>
                <a:moveTo>
                  <a:pt x="826" y="0"/>
                </a:moveTo>
                <a:lnTo>
                  <a:pt x="0" y="435"/>
                </a:lnTo>
                <a:lnTo>
                  <a:pt x="0" y="606"/>
                </a:lnTo>
                <a:lnTo>
                  <a:pt x="1649" y="606"/>
                </a:lnTo>
                <a:lnTo>
                  <a:pt x="1649" y="435"/>
                </a:lnTo>
                <a:lnTo>
                  <a:pt x="82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24" name=""/>
          <p:cNvSpPr/>
          <p:nvPr/>
        </p:nvSpPr>
        <p:spPr>
          <a:xfrm>
            <a:off x="4948560" y="2044080"/>
            <a:ext cx="780480" cy="559800"/>
          </a:xfrm>
          <a:custGeom>
            <a:avLst/>
            <a:gdLst/>
            <a:ahLst/>
            <a:rect l="0" t="0" r="r" b="b"/>
            <a:pathLst>
              <a:path w="2168" h="1555">
                <a:moveTo>
                  <a:pt x="1159" y="457"/>
                </a:moveTo>
                <a:lnTo>
                  <a:pt x="104" y="457"/>
                </a:lnTo>
                <a:cubicBezTo>
                  <a:pt x="48" y="457"/>
                  <a:pt x="0" y="509"/>
                  <a:pt x="0" y="574"/>
                </a:cubicBezTo>
                <a:cubicBezTo>
                  <a:pt x="0" y="635"/>
                  <a:pt x="48" y="687"/>
                  <a:pt x="104" y="687"/>
                </a:cubicBezTo>
                <a:lnTo>
                  <a:pt x="1159" y="687"/>
                </a:lnTo>
                <a:cubicBezTo>
                  <a:pt x="1219" y="687"/>
                  <a:pt x="1267" y="635"/>
                  <a:pt x="1267" y="574"/>
                </a:cubicBezTo>
                <a:cubicBezTo>
                  <a:pt x="1267" y="509"/>
                  <a:pt x="1219" y="457"/>
                  <a:pt x="1159" y="457"/>
                </a:cubicBezTo>
                <a:moveTo>
                  <a:pt x="1159" y="0"/>
                </a:moveTo>
                <a:lnTo>
                  <a:pt x="104" y="0"/>
                </a:lnTo>
                <a:cubicBezTo>
                  <a:pt x="48" y="0"/>
                  <a:pt x="0" y="48"/>
                  <a:pt x="0" y="113"/>
                </a:cubicBezTo>
                <a:cubicBezTo>
                  <a:pt x="0" y="178"/>
                  <a:pt x="48" y="226"/>
                  <a:pt x="104" y="226"/>
                </a:cubicBezTo>
                <a:lnTo>
                  <a:pt x="1159" y="226"/>
                </a:lnTo>
                <a:cubicBezTo>
                  <a:pt x="1219" y="226"/>
                  <a:pt x="1267" y="178"/>
                  <a:pt x="1267" y="113"/>
                </a:cubicBezTo>
                <a:cubicBezTo>
                  <a:pt x="1267" y="48"/>
                  <a:pt x="1219" y="0"/>
                  <a:pt x="1159" y="0"/>
                </a:cubicBezTo>
                <a:moveTo>
                  <a:pt x="104" y="1148"/>
                </a:moveTo>
                <a:lnTo>
                  <a:pt x="739" y="1148"/>
                </a:lnTo>
                <a:cubicBezTo>
                  <a:pt x="795" y="1148"/>
                  <a:pt x="843" y="1092"/>
                  <a:pt x="843" y="1031"/>
                </a:cubicBezTo>
                <a:cubicBezTo>
                  <a:pt x="843" y="966"/>
                  <a:pt x="795" y="918"/>
                  <a:pt x="739" y="918"/>
                </a:cubicBezTo>
                <a:lnTo>
                  <a:pt x="104" y="918"/>
                </a:lnTo>
                <a:cubicBezTo>
                  <a:pt x="48" y="918"/>
                  <a:pt x="0" y="966"/>
                  <a:pt x="0" y="1031"/>
                </a:cubicBezTo>
                <a:cubicBezTo>
                  <a:pt x="0" y="1092"/>
                  <a:pt x="48" y="1148"/>
                  <a:pt x="104" y="1148"/>
                </a:cubicBezTo>
                <a:moveTo>
                  <a:pt x="2138" y="722"/>
                </a:moveTo>
                <a:cubicBezTo>
                  <a:pt x="2178" y="765"/>
                  <a:pt x="2178" y="839"/>
                  <a:pt x="2138" y="883"/>
                </a:cubicBezTo>
                <a:lnTo>
                  <a:pt x="1551" y="1522"/>
                </a:lnTo>
                <a:cubicBezTo>
                  <a:pt x="1507" y="1566"/>
                  <a:pt x="1443" y="1566"/>
                  <a:pt x="1399" y="1522"/>
                </a:cubicBezTo>
                <a:lnTo>
                  <a:pt x="1079" y="1170"/>
                </a:lnTo>
                <a:cubicBezTo>
                  <a:pt x="1039" y="1126"/>
                  <a:pt x="1039" y="1052"/>
                  <a:pt x="1079" y="1009"/>
                </a:cubicBezTo>
                <a:lnTo>
                  <a:pt x="1087" y="1000"/>
                </a:lnTo>
                <a:cubicBezTo>
                  <a:pt x="1127" y="952"/>
                  <a:pt x="1195" y="952"/>
                  <a:pt x="1235" y="1000"/>
                </a:cubicBezTo>
                <a:lnTo>
                  <a:pt x="1475" y="1261"/>
                </a:lnTo>
                <a:lnTo>
                  <a:pt x="1978" y="713"/>
                </a:lnTo>
                <a:cubicBezTo>
                  <a:pt x="2018" y="665"/>
                  <a:pt x="2086" y="665"/>
                  <a:pt x="2130" y="713"/>
                </a:cubicBezTo>
                <a:lnTo>
                  <a:pt x="2138" y="72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225" name=""/>
          <p:cNvGrpSpPr/>
          <p:nvPr/>
        </p:nvGrpSpPr>
        <p:grpSpPr>
          <a:xfrm>
            <a:off x="6901200" y="3502440"/>
            <a:ext cx="890280" cy="816480"/>
            <a:chOff x="6901200" y="3502440"/>
            <a:chExt cx="890280" cy="816480"/>
          </a:xfrm>
        </p:grpSpPr>
        <p:sp>
          <p:nvSpPr>
            <p:cNvPr id="226" name=""/>
            <p:cNvSpPr/>
            <p:nvPr/>
          </p:nvSpPr>
          <p:spPr>
            <a:xfrm>
              <a:off x="6901200" y="3502440"/>
              <a:ext cx="446760" cy="476640"/>
            </a:xfrm>
            <a:custGeom>
              <a:avLst/>
              <a:gdLst/>
              <a:ahLst/>
              <a:rect l="0" t="0" r="r" b="b"/>
              <a:pathLst>
                <a:path w="1241" h="1324">
                  <a:moveTo>
                    <a:pt x="1034" y="675"/>
                  </a:moveTo>
                  <a:lnTo>
                    <a:pt x="1034" y="664"/>
                  </a:lnTo>
                  <a:lnTo>
                    <a:pt x="348" y="664"/>
                  </a:lnTo>
                  <a:lnTo>
                    <a:pt x="407" y="405"/>
                  </a:lnTo>
                  <a:lnTo>
                    <a:pt x="207" y="588"/>
                  </a:lnTo>
                  <a:lnTo>
                    <a:pt x="207" y="1137"/>
                  </a:lnTo>
                  <a:lnTo>
                    <a:pt x="818" y="1137"/>
                  </a:lnTo>
                  <a:lnTo>
                    <a:pt x="1034" y="675"/>
                  </a:lnTo>
                  <a:moveTo>
                    <a:pt x="1139" y="474"/>
                  </a:moveTo>
                  <a:lnTo>
                    <a:pt x="1147" y="474"/>
                  </a:lnTo>
                  <a:lnTo>
                    <a:pt x="1159" y="474"/>
                  </a:lnTo>
                  <a:lnTo>
                    <a:pt x="1167" y="477"/>
                  </a:lnTo>
                  <a:lnTo>
                    <a:pt x="1178" y="481"/>
                  </a:lnTo>
                  <a:lnTo>
                    <a:pt x="1186" y="484"/>
                  </a:lnTo>
                  <a:lnTo>
                    <a:pt x="1194" y="488"/>
                  </a:lnTo>
                  <a:lnTo>
                    <a:pt x="1202" y="495"/>
                  </a:lnTo>
                  <a:lnTo>
                    <a:pt x="1210" y="502"/>
                  </a:lnTo>
                  <a:lnTo>
                    <a:pt x="1214" y="510"/>
                  </a:lnTo>
                  <a:lnTo>
                    <a:pt x="1221" y="517"/>
                  </a:lnTo>
                  <a:lnTo>
                    <a:pt x="1225" y="524"/>
                  </a:lnTo>
                  <a:lnTo>
                    <a:pt x="1229" y="531"/>
                  </a:lnTo>
                  <a:lnTo>
                    <a:pt x="1233" y="542"/>
                  </a:lnTo>
                  <a:lnTo>
                    <a:pt x="1237" y="549"/>
                  </a:lnTo>
                  <a:lnTo>
                    <a:pt x="1237" y="560"/>
                  </a:lnTo>
                  <a:lnTo>
                    <a:pt x="1241" y="571"/>
                  </a:lnTo>
                  <a:lnTo>
                    <a:pt x="1241" y="689"/>
                  </a:lnTo>
                  <a:lnTo>
                    <a:pt x="1237" y="696"/>
                  </a:lnTo>
                  <a:lnTo>
                    <a:pt x="1237" y="700"/>
                  </a:lnTo>
                  <a:lnTo>
                    <a:pt x="1237" y="707"/>
                  </a:lnTo>
                  <a:lnTo>
                    <a:pt x="1237" y="714"/>
                  </a:lnTo>
                  <a:lnTo>
                    <a:pt x="1233" y="721"/>
                  </a:lnTo>
                  <a:lnTo>
                    <a:pt x="1233" y="728"/>
                  </a:lnTo>
                  <a:lnTo>
                    <a:pt x="1229" y="732"/>
                  </a:lnTo>
                  <a:lnTo>
                    <a:pt x="1229" y="739"/>
                  </a:lnTo>
                  <a:lnTo>
                    <a:pt x="994" y="1238"/>
                  </a:lnTo>
                  <a:lnTo>
                    <a:pt x="987" y="1249"/>
                  </a:lnTo>
                  <a:lnTo>
                    <a:pt x="983" y="1259"/>
                  </a:lnTo>
                  <a:lnTo>
                    <a:pt x="975" y="1267"/>
                  </a:lnTo>
                  <a:lnTo>
                    <a:pt x="971" y="1274"/>
                  </a:lnTo>
                  <a:lnTo>
                    <a:pt x="963" y="1281"/>
                  </a:lnTo>
                  <a:lnTo>
                    <a:pt x="955" y="1288"/>
                  </a:lnTo>
                  <a:lnTo>
                    <a:pt x="947" y="1295"/>
                  </a:lnTo>
                  <a:lnTo>
                    <a:pt x="936" y="1302"/>
                  </a:lnTo>
                  <a:lnTo>
                    <a:pt x="928" y="1306"/>
                  </a:lnTo>
                  <a:lnTo>
                    <a:pt x="916" y="1313"/>
                  </a:lnTo>
                  <a:lnTo>
                    <a:pt x="908" y="1317"/>
                  </a:lnTo>
                  <a:lnTo>
                    <a:pt x="896" y="1320"/>
                  </a:lnTo>
                  <a:lnTo>
                    <a:pt x="885" y="1320"/>
                  </a:lnTo>
                  <a:lnTo>
                    <a:pt x="877" y="1324"/>
                  </a:lnTo>
                  <a:lnTo>
                    <a:pt x="865" y="1324"/>
                  </a:lnTo>
                  <a:lnTo>
                    <a:pt x="853" y="1324"/>
                  </a:lnTo>
                  <a:lnTo>
                    <a:pt x="157" y="1324"/>
                  </a:lnTo>
                  <a:lnTo>
                    <a:pt x="141" y="1324"/>
                  </a:lnTo>
                  <a:lnTo>
                    <a:pt x="125" y="1324"/>
                  </a:lnTo>
                  <a:lnTo>
                    <a:pt x="110" y="1320"/>
                  </a:lnTo>
                  <a:lnTo>
                    <a:pt x="94" y="1313"/>
                  </a:lnTo>
                  <a:lnTo>
                    <a:pt x="82" y="1310"/>
                  </a:lnTo>
                  <a:lnTo>
                    <a:pt x="70" y="1302"/>
                  </a:lnTo>
                  <a:lnTo>
                    <a:pt x="59" y="1292"/>
                  </a:lnTo>
                  <a:lnTo>
                    <a:pt x="47" y="1285"/>
                  </a:lnTo>
                  <a:lnTo>
                    <a:pt x="35" y="1274"/>
                  </a:lnTo>
                  <a:lnTo>
                    <a:pt x="27" y="1263"/>
                  </a:lnTo>
                  <a:lnTo>
                    <a:pt x="20" y="1249"/>
                  </a:lnTo>
                  <a:lnTo>
                    <a:pt x="12" y="1238"/>
                  </a:lnTo>
                  <a:lnTo>
                    <a:pt x="8" y="1224"/>
                  </a:lnTo>
                  <a:lnTo>
                    <a:pt x="4" y="1213"/>
                  </a:lnTo>
                  <a:lnTo>
                    <a:pt x="0" y="1198"/>
                  </a:lnTo>
                  <a:lnTo>
                    <a:pt x="0" y="1184"/>
                  </a:lnTo>
                  <a:lnTo>
                    <a:pt x="0" y="571"/>
                  </a:lnTo>
                  <a:lnTo>
                    <a:pt x="0" y="563"/>
                  </a:lnTo>
                  <a:lnTo>
                    <a:pt x="0" y="556"/>
                  </a:lnTo>
                  <a:lnTo>
                    <a:pt x="4" y="549"/>
                  </a:lnTo>
                  <a:lnTo>
                    <a:pt x="4" y="542"/>
                  </a:lnTo>
                  <a:lnTo>
                    <a:pt x="4" y="535"/>
                  </a:lnTo>
                  <a:lnTo>
                    <a:pt x="8" y="527"/>
                  </a:lnTo>
                  <a:lnTo>
                    <a:pt x="12" y="513"/>
                  </a:lnTo>
                  <a:lnTo>
                    <a:pt x="20" y="502"/>
                  </a:lnTo>
                  <a:lnTo>
                    <a:pt x="27" y="492"/>
                  </a:lnTo>
                  <a:lnTo>
                    <a:pt x="35" y="481"/>
                  </a:lnTo>
                  <a:lnTo>
                    <a:pt x="47" y="470"/>
                  </a:lnTo>
                  <a:lnTo>
                    <a:pt x="556" y="0"/>
                  </a:lnTo>
                  <a:lnTo>
                    <a:pt x="638" y="75"/>
                  </a:lnTo>
                  <a:lnTo>
                    <a:pt x="646" y="83"/>
                  </a:lnTo>
                  <a:lnTo>
                    <a:pt x="650" y="93"/>
                  </a:lnTo>
                  <a:lnTo>
                    <a:pt x="658" y="100"/>
                  </a:lnTo>
                  <a:lnTo>
                    <a:pt x="662" y="111"/>
                  </a:lnTo>
                  <a:lnTo>
                    <a:pt x="666" y="118"/>
                  </a:lnTo>
                  <a:lnTo>
                    <a:pt x="669" y="126"/>
                  </a:lnTo>
                  <a:lnTo>
                    <a:pt x="669" y="129"/>
                  </a:lnTo>
                  <a:lnTo>
                    <a:pt x="669" y="136"/>
                  </a:lnTo>
                  <a:lnTo>
                    <a:pt x="673" y="140"/>
                  </a:lnTo>
                  <a:lnTo>
                    <a:pt x="673" y="144"/>
                  </a:lnTo>
                  <a:lnTo>
                    <a:pt x="673" y="151"/>
                  </a:lnTo>
                  <a:lnTo>
                    <a:pt x="669" y="172"/>
                  </a:lnTo>
                  <a:lnTo>
                    <a:pt x="603" y="474"/>
                  </a:lnTo>
                  <a:lnTo>
                    <a:pt x="1139" y="474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7" name=""/>
            <p:cNvSpPr/>
            <p:nvPr/>
          </p:nvSpPr>
          <p:spPr>
            <a:xfrm>
              <a:off x="7344720" y="3842280"/>
              <a:ext cx="446760" cy="476640"/>
            </a:xfrm>
            <a:custGeom>
              <a:avLst/>
              <a:gdLst/>
              <a:ahLst/>
              <a:rect l="0" t="0" r="r" b="b"/>
              <a:pathLst>
                <a:path w="1241" h="1324">
                  <a:moveTo>
                    <a:pt x="1034" y="739"/>
                  </a:moveTo>
                  <a:lnTo>
                    <a:pt x="1034" y="190"/>
                  </a:lnTo>
                  <a:lnTo>
                    <a:pt x="423" y="190"/>
                  </a:lnTo>
                  <a:lnTo>
                    <a:pt x="207" y="653"/>
                  </a:lnTo>
                  <a:lnTo>
                    <a:pt x="207" y="664"/>
                  </a:lnTo>
                  <a:lnTo>
                    <a:pt x="893" y="664"/>
                  </a:lnTo>
                  <a:lnTo>
                    <a:pt x="834" y="922"/>
                  </a:lnTo>
                  <a:lnTo>
                    <a:pt x="1034" y="739"/>
                  </a:lnTo>
                  <a:moveTo>
                    <a:pt x="1084" y="0"/>
                  </a:moveTo>
                  <a:lnTo>
                    <a:pt x="1100" y="0"/>
                  </a:lnTo>
                  <a:lnTo>
                    <a:pt x="1116" y="4"/>
                  </a:lnTo>
                  <a:lnTo>
                    <a:pt x="1127" y="7"/>
                  </a:lnTo>
                  <a:lnTo>
                    <a:pt x="1143" y="11"/>
                  </a:lnTo>
                  <a:lnTo>
                    <a:pt x="1159" y="18"/>
                  </a:lnTo>
                  <a:lnTo>
                    <a:pt x="1171" y="25"/>
                  </a:lnTo>
                  <a:lnTo>
                    <a:pt x="1182" y="32"/>
                  </a:lnTo>
                  <a:lnTo>
                    <a:pt x="1194" y="43"/>
                  </a:lnTo>
                  <a:lnTo>
                    <a:pt x="1202" y="54"/>
                  </a:lnTo>
                  <a:lnTo>
                    <a:pt x="1214" y="65"/>
                  </a:lnTo>
                  <a:lnTo>
                    <a:pt x="1221" y="75"/>
                  </a:lnTo>
                  <a:lnTo>
                    <a:pt x="1225" y="86"/>
                  </a:lnTo>
                  <a:lnTo>
                    <a:pt x="1233" y="100"/>
                  </a:lnTo>
                  <a:lnTo>
                    <a:pt x="1237" y="115"/>
                  </a:lnTo>
                  <a:lnTo>
                    <a:pt x="1237" y="129"/>
                  </a:lnTo>
                  <a:lnTo>
                    <a:pt x="1241" y="144"/>
                  </a:lnTo>
                  <a:lnTo>
                    <a:pt x="1241" y="757"/>
                  </a:lnTo>
                  <a:lnTo>
                    <a:pt x="1237" y="764"/>
                  </a:lnTo>
                  <a:lnTo>
                    <a:pt x="1237" y="771"/>
                  </a:lnTo>
                  <a:lnTo>
                    <a:pt x="1237" y="779"/>
                  </a:lnTo>
                  <a:lnTo>
                    <a:pt x="1237" y="786"/>
                  </a:lnTo>
                  <a:lnTo>
                    <a:pt x="1233" y="793"/>
                  </a:lnTo>
                  <a:lnTo>
                    <a:pt x="1233" y="800"/>
                  </a:lnTo>
                  <a:lnTo>
                    <a:pt x="1225" y="811"/>
                  </a:lnTo>
                  <a:lnTo>
                    <a:pt x="1218" y="825"/>
                  </a:lnTo>
                  <a:lnTo>
                    <a:pt x="1210" y="836"/>
                  </a:lnTo>
                  <a:lnTo>
                    <a:pt x="1202" y="847"/>
                  </a:lnTo>
                  <a:lnTo>
                    <a:pt x="1194" y="858"/>
                  </a:lnTo>
                  <a:lnTo>
                    <a:pt x="685" y="1324"/>
                  </a:lnTo>
                  <a:lnTo>
                    <a:pt x="603" y="1249"/>
                  </a:lnTo>
                  <a:lnTo>
                    <a:pt x="595" y="1241"/>
                  </a:lnTo>
                  <a:lnTo>
                    <a:pt x="587" y="1234"/>
                  </a:lnTo>
                  <a:lnTo>
                    <a:pt x="583" y="1227"/>
                  </a:lnTo>
                  <a:lnTo>
                    <a:pt x="575" y="1216"/>
                  </a:lnTo>
                  <a:lnTo>
                    <a:pt x="572" y="1206"/>
                  </a:lnTo>
                  <a:lnTo>
                    <a:pt x="568" y="1195"/>
                  </a:lnTo>
                  <a:lnTo>
                    <a:pt x="568" y="1191"/>
                  </a:lnTo>
                  <a:lnTo>
                    <a:pt x="568" y="1184"/>
                  </a:lnTo>
                  <a:lnTo>
                    <a:pt x="568" y="1180"/>
                  </a:lnTo>
                  <a:lnTo>
                    <a:pt x="568" y="1177"/>
                  </a:lnTo>
                  <a:lnTo>
                    <a:pt x="572" y="1155"/>
                  </a:lnTo>
                  <a:lnTo>
                    <a:pt x="638" y="854"/>
                  </a:lnTo>
                  <a:lnTo>
                    <a:pt x="102" y="854"/>
                  </a:lnTo>
                  <a:lnTo>
                    <a:pt x="90" y="854"/>
                  </a:lnTo>
                  <a:lnTo>
                    <a:pt x="82" y="850"/>
                  </a:lnTo>
                  <a:lnTo>
                    <a:pt x="70" y="847"/>
                  </a:lnTo>
                  <a:lnTo>
                    <a:pt x="63" y="847"/>
                  </a:lnTo>
                  <a:lnTo>
                    <a:pt x="55" y="840"/>
                  </a:lnTo>
                  <a:lnTo>
                    <a:pt x="47" y="836"/>
                  </a:lnTo>
                  <a:lnTo>
                    <a:pt x="39" y="832"/>
                  </a:lnTo>
                  <a:lnTo>
                    <a:pt x="31" y="825"/>
                  </a:lnTo>
                  <a:lnTo>
                    <a:pt x="23" y="818"/>
                  </a:lnTo>
                  <a:lnTo>
                    <a:pt x="20" y="811"/>
                  </a:lnTo>
                  <a:lnTo>
                    <a:pt x="12" y="804"/>
                  </a:lnTo>
                  <a:lnTo>
                    <a:pt x="8" y="793"/>
                  </a:lnTo>
                  <a:lnTo>
                    <a:pt x="4" y="786"/>
                  </a:lnTo>
                  <a:lnTo>
                    <a:pt x="4" y="775"/>
                  </a:lnTo>
                  <a:lnTo>
                    <a:pt x="0" y="764"/>
                  </a:lnTo>
                  <a:lnTo>
                    <a:pt x="0" y="757"/>
                  </a:lnTo>
                  <a:lnTo>
                    <a:pt x="0" y="639"/>
                  </a:lnTo>
                  <a:lnTo>
                    <a:pt x="0" y="632"/>
                  </a:lnTo>
                  <a:lnTo>
                    <a:pt x="0" y="624"/>
                  </a:lnTo>
                  <a:lnTo>
                    <a:pt x="0" y="617"/>
                  </a:lnTo>
                  <a:lnTo>
                    <a:pt x="4" y="610"/>
                  </a:lnTo>
                  <a:lnTo>
                    <a:pt x="4" y="606"/>
                  </a:lnTo>
                  <a:lnTo>
                    <a:pt x="8" y="599"/>
                  </a:lnTo>
                  <a:lnTo>
                    <a:pt x="8" y="592"/>
                  </a:lnTo>
                  <a:lnTo>
                    <a:pt x="12" y="588"/>
                  </a:lnTo>
                  <a:lnTo>
                    <a:pt x="247" y="86"/>
                  </a:lnTo>
                  <a:lnTo>
                    <a:pt x="251" y="75"/>
                  </a:lnTo>
                  <a:lnTo>
                    <a:pt x="258" y="68"/>
                  </a:lnTo>
                  <a:lnTo>
                    <a:pt x="262" y="61"/>
                  </a:lnTo>
                  <a:lnTo>
                    <a:pt x="270" y="50"/>
                  </a:lnTo>
                  <a:lnTo>
                    <a:pt x="278" y="43"/>
                  </a:lnTo>
                  <a:lnTo>
                    <a:pt x="286" y="36"/>
                  </a:lnTo>
                  <a:lnTo>
                    <a:pt x="294" y="29"/>
                  </a:lnTo>
                  <a:lnTo>
                    <a:pt x="301" y="25"/>
                  </a:lnTo>
                  <a:lnTo>
                    <a:pt x="313" y="18"/>
                  </a:lnTo>
                  <a:lnTo>
                    <a:pt x="321" y="14"/>
                  </a:lnTo>
                  <a:lnTo>
                    <a:pt x="333" y="11"/>
                  </a:lnTo>
                  <a:lnTo>
                    <a:pt x="341" y="7"/>
                  </a:lnTo>
                  <a:lnTo>
                    <a:pt x="352" y="4"/>
                  </a:lnTo>
                  <a:lnTo>
                    <a:pt x="364" y="0"/>
                  </a:lnTo>
                  <a:lnTo>
                    <a:pt x="376" y="0"/>
                  </a:lnTo>
                  <a:lnTo>
                    <a:pt x="388" y="0"/>
                  </a:lnTo>
                  <a:lnTo>
                    <a:pt x="108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468000" y="144000"/>
            <a:ext cx="9072000" cy="75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lnSpcReduction="9999"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adsfasdfj2l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180000" y="900000"/>
            <a:ext cx="3420000" cy="13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asdf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/>
          </p:nvPr>
        </p:nvSpPr>
        <p:spPr>
          <a:xfrm>
            <a:off x="6120000" y="1440000"/>
            <a:ext cx="3420000" cy="13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asdfasdf2er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/>
          </p:nvPr>
        </p:nvSpPr>
        <p:spPr>
          <a:xfrm>
            <a:off x="2664000" y="4032000"/>
            <a:ext cx="3420000" cy="13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asddfr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468000" y="10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468000" y="1080000"/>
            <a:ext cx="3132000" cy="140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850"/>
              </a:spcBef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/>
          </p:nvPr>
        </p:nvSpPr>
        <p:spPr>
          <a:xfrm>
            <a:off x="468000" y="2592000"/>
            <a:ext cx="3132000" cy="140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850"/>
              </a:spcBef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5" name="PlaceHolder 4"/>
          <p:cNvSpPr>
            <a:spLocks noGrp="1"/>
          </p:cNvSpPr>
          <p:nvPr>
            <p:ph/>
          </p:nvPr>
        </p:nvSpPr>
        <p:spPr>
          <a:xfrm>
            <a:off x="468000" y="4104000"/>
            <a:ext cx="3132000" cy="140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850"/>
              </a:spcBef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6" name="PlaceHolder 5"/>
          <p:cNvSpPr>
            <a:spLocks noGrp="1"/>
          </p:cNvSpPr>
          <p:nvPr>
            <p:ph/>
          </p:nvPr>
        </p:nvSpPr>
        <p:spPr>
          <a:xfrm>
            <a:off x="6408000" y="1080000"/>
            <a:ext cx="3132000" cy="140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850"/>
              </a:spcBef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7" name="PlaceHolder 6"/>
          <p:cNvSpPr>
            <a:spLocks noGrp="1"/>
          </p:cNvSpPr>
          <p:nvPr>
            <p:ph/>
          </p:nvPr>
        </p:nvSpPr>
        <p:spPr>
          <a:xfrm>
            <a:off x="6408000" y="2592000"/>
            <a:ext cx="3132000" cy="140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850"/>
              </a:spcBef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8" name="PlaceHolder 7"/>
          <p:cNvSpPr>
            <a:spLocks noGrp="1"/>
          </p:cNvSpPr>
          <p:nvPr>
            <p:ph/>
          </p:nvPr>
        </p:nvSpPr>
        <p:spPr>
          <a:xfrm>
            <a:off x="6408000" y="4104000"/>
            <a:ext cx="3132000" cy="140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850"/>
              </a:spcBef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"/>
          <p:cNvSpPr txBox="1"/>
          <p:nvPr/>
        </p:nvSpPr>
        <p:spPr>
          <a:xfrm>
            <a:off x="496080" y="576000"/>
            <a:ext cx="1097280" cy="1129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01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2124000" y="3078720"/>
            <a:ext cx="1097280" cy="1129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02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4610880" y="576000"/>
            <a:ext cx="1097280" cy="1129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03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6660000" y="3204000"/>
            <a:ext cx="1097280" cy="1129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04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468000" y="144000"/>
            <a:ext cx="9072000" cy="75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lnSpcReduction="9999"/>
          </a:bodyPr>
          <a:p>
            <a:pPr indent="0" algn="ctr">
              <a:buNone/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954000" y="1512000"/>
            <a:ext cx="3420000" cy="13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/>
          </p:nvPr>
        </p:nvSpPr>
        <p:spPr>
          <a:xfrm>
            <a:off x="5076000" y="1512000"/>
            <a:ext cx="3420000" cy="13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/>
          </p:nvPr>
        </p:nvSpPr>
        <p:spPr>
          <a:xfrm>
            <a:off x="2484000" y="4140000"/>
            <a:ext cx="3420000" cy="13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7" name="PlaceHolder 5"/>
          <p:cNvSpPr>
            <a:spLocks noGrp="1"/>
          </p:cNvSpPr>
          <p:nvPr>
            <p:ph/>
          </p:nvPr>
        </p:nvSpPr>
        <p:spPr>
          <a:xfrm>
            <a:off x="6480000" y="4140000"/>
            <a:ext cx="3420000" cy="13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3924000" y="2160000"/>
            <a:ext cx="4572000" cy="19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"/>
          <p:cNvGrpSpPr/>
          <p:nvPr/>
        </p:nvGrpSpPr>
        <p:grpSpPr>
          <a:xfrm>
            <a:off x="914400" y="2103120"/>
            <a:ext cx="1463040" cy="1463040"/>
            <a:chOff x="914400" y="2103120"/>
            <a:chExt cx="1463040" cy="1463040"/>
          </a:xfrm>
        </p:grpSpPr>
        <p:sp>
          <p:nvSpPr>
            <p:cNvPr id="251" name=""/>
            <p:cNvSpPr/>
            <p:nvPr/>
          </p:nvSpPr>
          <p:spPr>
            <a:xfrm>
              <a:off x="914400" y="2103120"/>
              <a:ext cx="1463040" cy="1463040"/>
            </a:xfrm>
            <a:prstGeom prst="ellipse">
              <a:avLst/>
            </a:prstGeom>
            <a:solidFill>
              <a:srgbClr val="B8DBD9"/>
            </a:solidFill>
            <a:ln w="0">
              <a:noFill/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252" name=""/>
            <p:cNvGrpSpPr/>
            <p:nvPr/>
          </p:nvGrpSpPr>
          <p:grpSpPr>
            <a:xfrm>
              <a:off x="1242720" y="2505960"/>
              <a:ext cx="804600" cy="621720"/>
              <a:chOff x="1242720" y="2505960"/>
              <a:chExt cx="804600" cy="621720"/>
            </a:xfrm>
          </p:grpSpPr>
          <p:sp>
            <p:nvSpPr>
              <p:cNvPr id="253" name=""/>
              <p:cNvSpPr/>
              <p:nvPr/>
            </p:nvSpPr>
            <p:spPr>
              <a:xfrm>
                <a:off x="1242720" y="2686320"/>
                <a:ext cx="804600" cy="441360"/>
              </a:xfrm>
              <a:custGeom>
                <a:avLst/>
                <a:gdLst/>
                <a:ahLst/>
                <a:rect l="0" t="0" r="r" b="b"/>
                <a:pathLst>
                  <a:path w="2235" h="1226">
                    <a:moveTo>
                      <a:pt x="2034" y="0"/>
                    </a:moveTo>
                    <a:cubicBezTo>
                      <a:pt x="1884" y="0"/>
                      <a:pt x="1803" y="147"/>
                      <a:pt x="1837" y="259"/>
                    </a:cubicBezTo>
                    <a:lnTo>
                      <a:pt x="1475" y="623"/>
                    </a:lnTo>
                    <a:cubicBezTo>
                      <a:pt x="1444" y="611"/>
                      <a:pt x="1397" y="611"/>
                      <a:pt x="1366" y="623"/>
                    </a:cubicBezTo>
                    <a:lnTo>
                      <a:pt x="1112" y="360"/>
                    </a:lnTo>
                    <a:cubicBezTo>
                      <a:pt x="1146" y="251"/>
                      <a:pt x="1065" y="104"/>
                      <a:pt x="915" y="104"/>
                    </a:cubicBezTo>
                    <a:cubicBezTo>
                      <a:pt x="768" y="104"/>
                      <a:pt x="683" y="251"/>
                      <a:pt x="718" y="360"/>
                    </a:cubicBezTo>
                    <a:lnTo>
                      <a:pt x="255" y="824"/>
                    </a:lnTo>
                    <a:cubicBezTo>
                      <a:pt x="147" y="793"/>
                      <a:pt x="0" y="874"/>
                      <a:pt x="0" y="1021"/>
                    </a:cubicBezTo>
                    <a:cubicBezTo>
                      <a:pt x="0" y="1133"/>
                      <a:pt x="89" y="1226"/>
                      <a:pt x="201" y="1226"/>
                    </a:cubicBezTo>
                    <a:cubicBezTo>
                      <a:pt x="351" y="1226"/>
                      <a:pt x="432" y="1079"/>
                      <a:pt x="398" y="971"/>
                    </a:cubicBezTo>
                    <a:lnTo>
                      <a:pt x="861" y="507"/>
                    </a:lnTo>
                    <a:cubicBezTo>
                      <a:pt x="892" y="514"/>
                      <a:pt x="938" y="514"/>
                      <a:pt x="969" y="507"/>
                    </a:cubicBezTo>
                    <a:lnTo>
                      <a:pt x="1228" y="766"/>
                    </a:lnTo>
                    <a:cubicBezTo>
                      <a:pt x="1193" y="874"/>
                      <a:pt x="1274" y="1021"/>
                      <a:pt x="1421" y="1021"/>
                    </a:cubicBezTo>
                    <a:cubicBezTo>
                      <a:pt x="1567" y="1021"/>
                      <a:pt x="1652" y="874"/>
                      <a:pt x="1617" y="766"/>
                    </a:cubicBezTo>
                    <a:lnTo>
                      <a:pt x="1980" y="402"/>
                    </a:lnTo>
                    <a:cubicBezTo>
                      <a:pt x="2088" y="437"/>
                      <a:pt x="2235" y="352"/>
                      <a:pt x="2235" y="205"/>
                    </a:cubicBezTo>
                    <a:cubicBezTo>
                      <a:pt x="2235" y="93"/>
                      <a:pt x="2146" y="0"/>
                      <a:pt x="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54" name=""/>
              <p:cNvSpPr/>
              <p:nvPr/>
            </p:nvSpPr>
            <p:spPr>
              <a:xfrm>
                <a:off x="1645920" y="2505960"/>
                <a:ext cx="216360" cy="216360"/>
              </a:xfrm>
              <a:custGeom>
                <a:avLst/>
                <a:gdLst/>
                <a:ahLst/>
                <a:rect l="0" t="0" r="r" b="b"/>
                <a:pathLst>
                  <a:path w="601" h="601">
                    <a:moveTo>
                      <a:pt x="301" y="601"/>
                    </a:moveTo>
                    <a:lnTo>
                      <a:pt x="396" y="396"/>
                    </a:lnTo>
                    <a:lnTo>
                      <a:pt x="601" y="304"/>
                    </a:lnTo>
                    <a:lnTo>
                      <a:pt x="396" y="209"/>
                    </a:lnTo>
                    <a:lnTo>
                      <a:pt x="301" y="0"/>
                    </a:lnTo>
                    <a:lnTo>
                      <a:pt x="209" y="209"/>
                    </a:lnTo>
                    <a:lnTo>
                      <a:pt x="0" y="304"/>
                    </a:lnTo>
                    <a:lnTo>
                      <a:pt x="209" y="396"/>
                    </a:lnTo>
                    <a:lnTo>
                      <a:pt x="301" y="60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55" name=""/>
              <p:cNvSpPr/>
              <p:nvPr/>
            </p:nvSpPr>
            <p:spPr>
              <a:xfrm>
                <a:off x="1242720" y="2615760"/>
                <a:ext cx="180360" cy="180360"/>
              </a:xfrm>
              <a:custGeom>
                <a:avLst/>
                <a:gdLst/>
                <a:ahLst/>
                <a:rect l="0" t="0" r="r" b="b"/>
                <a:pathLst>
                  <a:path w="501" h="501">
                    <a:moveTo>
                      <a:pt x="251" y="501"/>
                    </a:moveTo>
                    <a:lnTo>
                      <a:pt x="300" y="300"/>
                    </a:lnTo>
                    <a:lnTo>
                      <a:pt x="501" y="251"/>
                    </a:lnTo>
                    <a:lnTo>
                      <a:pt x="300" y="197"/>
                    </a:lnTo>
                    <a:lnTo>
                      <a:pt x="251" y="0"/>
                    </a:lnTo>
                    <a:lnTo>
                      <a:pt x="197" y="197"/>
                    </a:lnTo>
                    <a:lnTo>
                      <a:pt x="0" y="251"/>
                    </a:lnTo>
                    <a:lnTo>
                      <a:pt x="197" y="300"/>
                    </a:lnTo>
                    <a:lnTo>
                      <a:pt x="251" y="50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256" name=""/>
          <p:cNvGrpSpPr/>
          <p:nvPr/>
        </p:nvGrpSpPr>
        <p:grpSpPr>
          <a:xfrm>
            <a:off x="4297680" y="2103120"/>
            <a:ext cx="1463040" cy="1463040"/>
            <a:chOff x="4297680" y="2103120"/>
            <a:chExt cx="1463040" cy="1463040"/>
          </a:xfrm>
        </p:grpSpPr>
        <p:sp>
          <p:nvSpPr>
            <p:cNvPr id="257" name=""/>
            <p:cNvSpPr/>
            <p:nvPr/>
          </p:nvSpPr>
          <p:spPr>
            <a:xfrm>
              <a:off x="4297680" y="2103120"/>
              <a:ext cx="1463040" cy="1463040"/>
            </a:xfrm>
            <a:prstGeom prst="ellipse">
              <a:avLst/>
            </a:prstGeom>
            <a:solidFill>
              <a:srgbClr val="586F7C"/>
            </a:solidFill>
            <a:ln w="0">
              <a:noFill/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258" name=""/>
            <p:cNvGrpSpPr/>
            <p:nvPr/>
          </p:nvGrpSpPr>
          <p:grpSpPr>
            <a:xfrm>
              <a:off x="4737600" y="2450160"/>
              <a:ext cx="588960" cy="761400"/>
              <a:chOff x="4737600" y="2450160"/>
              <a:chExt cx="588960" cy="761400"/>
            </a:xfrm>
          </p:grpSpPr>
          <p:sp>
            <p:nvSpPr>
              <p:cNvPr id="259" name=""/>
              <p:cNvSpPr/>
              <p:nvPr/>
            </p:nvSpPr>
            <p:spPr>
              <a:xfrm>
                <a:off x="4737600" y="2450160"/>
                <a:ext cx="435240" cy="512280"/>
              </a:xfrm>
              <a:custGeom>
                <a:avLst/>
                <a:gdLst/>
                <a:ahLst/>
                <a:rect l="0" t="0" r="r" b="b"/>
                <a:pathLst>
                  <a:path w="1209" h="1423">
                    <a:moveTo>
                      <a:pt x="821" y="439"/>
                    </a:moveTo>
                    <a:lnTo>
                      <a:pt x="821" y="622"/>
                    </a:lnTo>
                    <a:cubicBezTo>
                      <a:pt x="821" y="669"/>
                      <a:pt x="875" y="693"/>
                      <a:pt x="906" y="657"/>
                    </a:cubicBezTo>
                    <a:lnTo>
                      <a:pt x="1194" y="369"/>
                    </a:lnTo>
                    <a:cubicBezTo>
                      <a:pt x="1214" y="354"/>
                      <a:pt x="1214" y="322"/>
                      <a:pt x="1194" y="303"/>
                    </a:cubicBezTo>
                    <a:lnTo>
                      <a:pt x="906" y="15"/>
                    </a:lnTo>
                    <a:cubicBezTo>
                      <a:pt x="875" y="-17"/>
                      <a:pt x="821" y="7"/>
                      <a:pt x="821" y="54"/>
                    </a:cubicBezTo>
                    <a:lnTo>
                      <a:pt x="821" y="237"/>
                    </a:lnTo>
                    <a:cubicBezTo>
                      <a:pt x="366" y="237"/>
                      <a:pt x="0" y="599"/>
                      <a:pt x="0" y="1055"/>
                    </a:cubicBezTo>
                    <a:cubicBezTo>
                      <a:pt x="0" y="1160"/>
                      <a:pt x="19" y="1265"/>
                      <a:pt x="58" y="1359"/>
                    </a:cubicBezTo>
                    <a:cubicBezTo>
                      <a:pt x="86" y="1429"/>
                      <a:pt x="175" y="1444"/>
                      <a:pt x="226" y="1394"/>
                    </a:cubicBezTo>
                    <a:cubicBezTo>
                      <a:pt x="253" y="1367"/>
                      <a:pt x="265" y="1324"/>
                      <a:pt x="249" y="1285"/>
                    </a:cubicBezTo>
                    <a:cubicBezTo>
                      <a:pt x="222" y="1215"/>
                      <a:pt x="206" y="1137"/>
                      <a:pt x="206" y="1055"/>
                    </a:cubicBezTo>
                    <a:cubicBezTo>
                      <a:pt x="206" y="716"/>
                      <a:pt x="482" y="439"/>
                      <a:pt x="821" y="439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60" name=""/>
              <p:cNvSpPr/>
              <p:nvPr/>
            </p:nvSpPr>
            <p:spPr>
              <a:xfrm>
                <a:off x="4892760" y="2699280"/>
                <a:ext cx="433800" cy="512280"/>
              </a:xfrm>
              <a:custGeom>
                <a:avLst/>
                <a:gdLst/>
                <a:ahLst/>
                <a:rect l="0" t="0" r="r" b="b"/>
                <a:pathLst>
                  <a:path w="1205" h="1423">
                    <a:moveTo>
                      <a:pt x="979" y="29"/>
                    </a:moveTo>
                    <a:cubicBezTo>
                      <a:pt x="952" y="56"/>
                      <a:pt x="940" y="99"/>
                      <a:pt x="956" y="138"/>
                    </a:cubicBezTo>
                    <a:cubicBezTo>
                      <a:pt x="983" y="208"/>
                      <a:pt x="999" y="286"/>
                      <a:pt x="999" y="364"/>
                    </a:cubicBezTo>
                    <a:cubicBezTo>
                      <a:pt x="999" y="703"/>
                      <a:pt x="723" y="980"/>
                      <a:pt x="388" y="980"/>
                    </a:cubicBezTo>
                    <a:lnTo>
                      <a:pt x="388" y="797"/>
                    </a:lnTo>
                    <a:cubicBezTo>
                      <a:pt x="388" y="750"/>
                      <a:pt x="334" y="727"/>
                      <a:pt x="302" y="762"/>
                    </a:cubicBezTo>
                    <a:lnTo>
                      <a:pt x="15" y="1050"/>
                    </a:lnTo>
                    <a:cubicBezTo>
                      <a:pt x="-5" y="1069"/>
                      <a:pt x="-5" y="1101"/>
                      <a:pt x="15" y="1120"/>
                    </a:cubicBezTo>
                    <a:lnTo>
                      <a:pt x="302" y="1408"/>
                    </a:lnTo>
                    <a:cubicBezTo>
                      <a:pt x="334" y="1440"/>
                      <a:pt x="388" y="1416"/>
                      <a:pt x="388" y="1373"/>
                    </a:cubicBezTo>
                    <a:lnTo>
                      <a:pt x="388" y="1186"/>
                    </a:lnTo>
                    <a:cubicBezTo>
                      <a:pt x="839" y="1186"/>
                      <a:pt x="1205" y="820"/>
                      <a:pt x="1205" y="364"/>
                    </a:cubicBezTo>
                    <a:cubicBezTo>
                      <a:pt x="1205" y="263"/>
                      <a:pt x="1186" y="158"/>
                      <a:pt x="1147" y="64"/>
                    </a:cubicBezTo>
                    <a:cubicBezTo>
                      <a:pt x="1119" y="-6"/>
                      <a:pt x="1030" y="-21"/>
                      <a:pt x="979" y="29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261" name=""/>
          <p:cNvGrpSpPr/>
          <p:nvPr/>
        </p:nvGrpSpPr>
        <p:grpSpPr>
          <a:xfrm>
            <a:off x="7570080" y="2103120"/>
            <a:ext cx="1463040" cy="1463040"/>
            <a:chOff x="7570080" y="2103120"/>
            <a:chExt cx="1463040" cy="1463040"/>
          </a:xfrm>
        </p:grpSpPr>
        <p:sp>
          <p:nvSpPr>
            <p:cNvPr id="262" name=""/>
            <p:cNvSpPr/>
            <p:nvPr/>
          </p:nvSpPr>
          <p:spPr>
            <a:xfrm>
              <a:off x="7570080" y="2103120"/>
              <a:ext cx="1463040" cy="1463040"/>
            </a:xfrm>
            <a:prstGeom prst="ellipse">
              <a:avLst/>
            </a:prstGeom>
            <a:solidFill>
              <a:srgbClr val="2F4550"/>
            </a:solidFill>
            <a:ln w="0">
              <a:noFill/>
            </a:ln>
            <a:effectLst>
              <a:outerShdw dist="101823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63" name=""/>
            <p:cNvSpPr/>
            <p:nvPr/>
          </p:nvSpPr>
          <p:spPr>
            <a:xfrm>
              <a:off x="7943760" y="2543040"/>
              <a:ext cx="816120" cy="541440"/>
            </a:xfrm>
            <a:custGeom>
              <a:avLst/>
              <a:gdLst/>
              <a:ahLst/>
              <a:rect l="0" t="0" r="r" b="b"/>
              <a:pathLst>
                <a:path w="2267" h="1504">
                  <a:moveTo>
                    <a:pt x="1212" y="442"/>
                  </a:moveTo>
                  <a:lnTo>
                    <a:pt x="109" y="442"/>
                  </a:lnTo>
                  <a:cubicBezTo>
                    <a:pt x="50" y="442"/>
                    <a:pt x="0" y="492"/>
                    <a:pt x="0" y="555"/>
                  </a:cubicBezTo>
                  <a:cubicBezTo>
                    <a:pt x="0" y="614"/>
                    <a:pt x="50" y="665"/>
                    <a:pt x="109" y="665"/>
                  </a:cubicBezTo>
                  <a:lnTo>
                    <a:pt x="1212" y="665"/>
                  </a:lnTo>
                  <a:cubicBezTo>
                    <a:pt x="1274" y="665"/>
                    <a:pt x="1325" y="614"/>
                    <a:pt x="1325" y="555"/>
                  </a:cubicBezTo>
                  <a:cubicBezTo>
                    <a:pt x="1325" y="492"/>
                    <a:pt x="1274" y="442"/>
                    <a:pt x="1212" y="442"/>
                  </a:cubicBezTo>
                  <a:moveTo>
                    <a:pt x="1212" y="0"/>
                  </a:moveTo>
                  <a:lnTo>
                    <a:pt x="109" y="0"/>
                  </a:lnTo>
                  <a:cubicBezTo>
                    <a:pt x="50" y="0"/>
                    <a:pt x="0" y="46"/>
                    <a:pt x="0" y="109"/>
                  </a:cubicBezTo>
                  <a:cubicBezTo>
                    <a:pt x="0" y="172"/>
                    <a:pt x="50" y="219"/>
                    <a:pt x="109" y="219"/>
                  </a:cubicBezTo>
                  <a:lnTo>
                    <a:pt x="1212" y="219"/>
                  </a:lnTo>
                  <a:cubicBezTo>
                    <a:pt x="1274" y="219"/>
                    <a:pt x="1325" y="172"/>
                    <a:pt x="1325" y="109"/>
                  </a:cubicBezTo>
                  <a:cubicBezTo>
                    <a:pt x="1325" y="46"/>
                    <a:pt x="1274" y="0"/>
                    <a:pt x="1212" y="0"/>
                  </a:cubicBezTo>
                  <a:moveTo>
                    <a:pt x="109" y="1111"/>
                  </a:moveTo>
                  <a:lnTo>
                    <a:pt x="773" y="1111"/>
                  </a:lnTo>
                  <a:cubicBezTo>
                    <a:pt x="832" y="1111"/>
                    <a:pt x="882" y="1056"/>
                    <a:pt x="882" y="997"/>
                  </a:cubicBezTo>
                  <a:cubicBezTo>
                    <a:pt x="882" y="934"/>
                    <a:pt x="832" y="888"/>
                    <a:pt x="773" y="888"/>
                  </a:cubicBezTo>
                  <a:lnTo>
                    <a:pt x="109" y="888"/>
                  </a:lnTo>
                  <a:cubicBezTo>
                    <a:pt x="50" y="888"/>
                    <a:pt x="0" y="934"/>
                    <a:pt x="0" y="997"/>
                  </a:cubicBezTo>
                  <a:cubicBezTo>
                    <a:pt x="0" y="1056"/>
                    <a:pt x="50" y="1111"/>
                    <a:pt x="109" y="1111"/>
                  </a:cubicBezTo>
                  <a:moveTo>
                    <a:pt x="2236" y="698"/>
                  </a:moveTo>
                  <a:cubicBezTo>
                    <a:pt x="2277" y="740"/>
                    <a:pt x="2277" y="812"/>
                    <a:pt x="2236" y="854"/>
                  </a:cubicBezTo>
                  <a:lnTo>
                    <a:pt x="1621" y="1472"/>
                  </a:lnTo>
                  <a:cubicBezTo>
                    <a:pt x="1575" y="1514"/>
                    <a:pt x="1508" y="1514"/>
                    <a:pt x="1463" y="1472"/>
                  </a:cubicBezTo>
                  <a:lnTo>
                    <a:pt x="1128" y="1132"/>
                  </a:lnTo>
                  <a:cubicBezTo>
                    <a:pt x="1086" y="1090"/>
                    <a:pt x="1086" y="1018"/>
                    <a:pt x="1128" y="976"/>
                  </a:cubicBezTo>
                  <a:lnTo>
                    <a:pt x="1137" y="968"/>
                  </a:lnTo>
                  <a:cubicBezTo>
                    <a:pt x="1178" y="921"/>
                    <a:pt x="1249" y="921"/>
                    <a:pt x="1291" y="968"/>
                  </a:cubicBezTo>
                  <a:lnTo>
                    <a:pt x="1542" y="1220"/>
                  </a:lnTo>
                  <a:lnTo>
                    <a:pt x="2068" y="690"/>
                  </a:lnTo>
                  <a:cubicBezTo>
                    <a:pt x="2110" y="644"/>
                    <a:pt x="2181" y="644"/>
                    <a:pt x="2227" y="690"/>
                  </a:cubicBezTo>
                  <a:lnTo>
                    <a:pt x="2236" y="6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264" name=""/>
          <p:cNvGrpSpPr/>
          <p:nvPr/>
        </p:nvGrpSpPr>
        <p:grpSpPr>
          <a:xfrm>
            <a:off x="4445640" y="1542960"/>
            <a:ext cx="1188720" cy="274320"/>
            <a:chOff x="4445640" y="1542960"/>
            <a:chExt cx="1188720" cy="274320"/>
          </a:xfrm>
        </p:grpSpPr>
        <p:sp>
          <p:nvSpPr>
            <p:cNvPr id="265" name=""/>
            <p:cNvSpPr/>
            <p:nvPr/>
          </p:nvSpPr>
          <p:spPr>
            <a:xfrm>
              <a:off x="4445640" y="1542960"/>
              <a:ext cx="274320" cy="274320"/>
            </a:xfrm>
            <a:prstGeom prst="ellipse">
              <a:avLst/>
            </a:prstGeom>
            <a:solidFill>
              <a:srgbClr val="B8DBD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66" name=""/>
            <p:cNvSpPr/>
            <p:nvPr/>
          </p:nvSpPr>
          <p:spPr>
            <a:xfrm>
              <a:off x="4902840" y="1542960"/>
              <a:ext cx="274320" cy="274320"/>
            </a:xfrm>
            <a:prstGeom prst="ellipse">
              <a:avLst/>
            </a:prstGeom>
            <a:solidFill>
              <a:srgbClr val="586F7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67" name=""/>
            <p:cNvSpPr/>
            <p:nvPr/>
          </p:nvSpPr>
          <p:spPr>
            <a:xfrm>
              <a:off x="5360040" y="1542960"/>
              <a:ext cx="274320" cy="274320"/>
            </a:xfrm>
            <a:prstGeom prst="ellipse">
              <a:avLst/>
            </a:prstGeom>
            <a:solidFill>
              <a:srgbClr val="2F45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/>
          </p:nvPr>
        </p:nvSpPr>
        <p:spPr>
          <a:xfrm>
            <a:off x="468000" y="3564000"/>
            <a:ext cx="2952000" cy="20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/>
          </p:nvPr>
        </p:nvSpPr>
        <p:spPr>
          <a:xfrm>
            <a:off x="3528000" y="3564000"/>
            <a:ext cx="2952000" cy="20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/>
          </p:nvPr>
        </p:nvSpPr>
        <p:spPr>
          <a:xfrm>
            <a:off x="6588000" y="3564000"/>
            <a:ext cx="2952000" cy="20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"/>
          <p:cNvSpPr/>
          <p:nvPr/>
        </p:nvSpPr>
        <p:spPr>
          <a:xfrm>
            <a:off x="5873400" y="1190520"/>
            <a:ext cx="4094280" cy="4094280"/>
          </a:xfrm>
          <a:custGeom>
            <a:avLst/>
            <a:gdLst/>
            <a:ahLst/>
            <a:rect l="0" t="0" r="r" b="b"/>
            <a:pathLst>
              <a:path w="11373" h="11373">
                <a:moveTo>
                  <a:pt x="0" y="5726"/>
                </a:moveTo>
                <a:lnTo>
                  <a:pt x="5646" y="0"/>
                </a:lnTo>
                <a:lnTo>
                  <a:pt x="11373" y="5648"/>
                </a:lnTo>
                <a:lnTo>
                  <a:pt x="5727" y="11373"/>
                </a:lnTo>
                <a:lnTo>
                  <a:pt x="5725" y="11373"/>
                </a:lnTo>
                <a:lnTo>
                  <a:pt x="0" y="5728"/>
                </a:lnTo>
                <a:lnTo>
                  <a:pt x="0" y="5726"/>
                </a:lnTo>
                <a:close/>
              </a:path>
            </a:pathLst>
          </a:custGeom>
          <a:blipFill rotWithShape="0">
            <a:blip r:embed="rId1"/>
            <a:stretch/>
          </a:blip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61632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LibreOffice/26.2.5.2$Linux_X86_64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2026-10-03T20:54:11Z</dcterms:created>
  <dc:creator/>
  <dc:description>
               Grey Elegant - LibreOffice Impress Template
                    by Ahmad Bayhaqi Saputra
This template is made as an answer to Indonesian LibreOffice Community and
Gimpscape ID's call-to-arms to contribute to the 10th anniversary of
LibreOffice celebration.
Content Material :
- icons,
  This template used icons from https://material.io and https://icons8.com/icons
- illustrations,
  This template used illustrations sourced at https://icons8.com/illustrations
- Photos,
  This template used photos sourced at https://unsplash.com
Credits:
This work is licensed under the Creative Commons Attribution-ShareAlike 4.0
International License by Ahmad Bayhaqi Saputra &lt;bayhaqisptr04@gmail.com&gt;.
To view a copy of this license, visit https://creativecommons.org/licenses/by-sa/4.0/legalcode
or send a letter to Creative Commons, PO Box 1866, Mountain View, CA 94042, USA.
Illustrations by Pixeltrue https://icons8.com/illustrations/author/5ec7b0e101d0360016f3d1b3 on icon8 (master slide "Table of content")
Photo by Dave Hoefler https://unsplash.com/fr/@iamthedave on Unsplash https://unsplash.com/fr/licence (slide 9)
    </dc:description>
  <dc:language>en-US</dc:language>
  <cp:lastModifiedBy/>
  <dcterms:modified xsi:type="dcterms:W3CDTF">2026-10-03T20:56:30Z</dcterms:modified>
  <cp:revision>2</cp:revision>
  <dc:subject/>
  <dc:title>Grey Elegant</dc:title>
</cp:coreProperties>
</file>